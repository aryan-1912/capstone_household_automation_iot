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7" r:id="rId2"/>
    <p:sldMasterId id="2147483653" r:id="rId3"/>
    <p:sldMasterId id="2147483655" r:id="rId4"/>
  </p:sldMasterIdLst>
  <p:notesMasterIdLst>
    <p:notesMasterId r:id="rId6"/>
  </p:notesMasterIdLst>
  <p:handoutMasterIdLst>
    <p:handoutMasterId r:id="rId7"/>
  </p:handoutMasterIdLst>
  <p:sldIdLst>
    <p:sldId id="286" r:id="rId5"/>
  </p:sldIdLst>
  <p:sldSz cx="21945600" cy="32918400"/>
  <p:notesSz cx="32461200" cy="43434000"/>
  <p:defaultTextStyle>
    <a:defPPr>
      <a:defRPr lang="en-US"/>
    </a:defPPr>
    <a:lvl1pPr marL="0" algn="l" defTabSz="3133544" rtl="0" eaLnBrk="1" latinLnBrk="0" hangingPunct="1">
      <a:defRPr sz="6099" kern="1200">
        <a:solidFill>
          <a:schemeClr val="tx1"/>
        </a:solidFill>
        <a:latin typeface="+mn-lt"/>
        <a:ea typeface="+mn-ea"/>
        <a:cs typeface="+mn-cs"/>
      </a:defRPr>
    </a:lvl1pPr>
    <a:lvl2pPr marL="1566773" algn="l" defTabSz="3133544" rtl="0" eaLnBrk="1" latinLnBrk="0" hangingPunct="1">
      <a:defRPr sz="6099" kern="1200">
        <a:solidFill>
          <a:schemeClr val="tx1"/>
        </a:solidFill>
        <a:latin typeface="+mn-lt"/>
        <a:ea typeface="+mn-ea"/>
        <a:cs typeface="+mn-cs"/>
      </a:defRPr>
    </a:lvl2pPr>
    <a:lvl3pPr marL="3133544" algn="l" defTabSz="3133544" rtl="0" eaLnBrk="1" latinLnBrk="0" hangingPunct="1">
      <a:defRPr sz="6099" kern="1200">
        <a:solidFill>
          <a:schemeClr val="tx1"/>
        </a:solidFill>
        <a:latin typeface="+mn-lt"/>
        <a:ea typeface="+mn-ea"/>
        <a:cs typeface="+mn-cs"/>
      </a:defRPr>
    </a:lvl3pPr>
    <a:lvl4pPr marL="4700317" algn="l" defTabSz="3133544" rtl="0" eaLnBrk="1" latinLnBrk="0" hangingPunct="1">
      <a:defRPr sz="6099" kern="1200">
        <a:solidFill>
          <a:schemeClr val="tx1"/>
        </a:solidFill>
        <a:latin typeface="+mn-lt"/>
        <a:ea typeface="+mn-ea"/>
        <a:cs typeface="+mn-cs"/>
      </a:defRPr>
    </a:lvl4pPr>
    <a:lvl5pPr marL="6267088" algn="l" defTabSz="3133544" rtl="0" eaLnBrk="1" latinLnBrk="0" hangingPunct="1">
      <a:defRPr sz="6099" kern="1200">
        <a:solidFill>
          <a:schemeClr val="tx1"/>
        </a:solidFill>
        <a:latin typeface="+mn-lt"/>
        <a:ea typeface="+mn-ea"/>
        <a:cs typeface="+mn-cs"/>
      </a:defRPr>
    </a:lvl5pPr>
    <a:lvl6pPr marL="7833861" algn="l" defTabSz="3133544" rtl="0" eaLnBrk="1" latinLnBrk="0" hangingPunct="1">
      <a:defRPr sz="6099" kern="1200">
        <a:solidFill>
          <a:schemeClr val="tx1"/>
        </a:solidFill>
        <a:latin typeface="+mn-lt"/>
        <a:ea typeface="+mn-ea"/>
        <a:cs typeface="+mn-cs"/>
      </a:defRPr>
    </a:lvl6pPr>
    <a:lvl7pPr marL="9400634" algn="l" defTabSz="3133544" rtl="0" eaLnBrk="1" latinLnBrk="0" hangingPunct="1">
      <a:defRPr sz="6099" kern="1200">
        <a:solidFill>
          <a:schemeClr val="tx1"/>
        </a:solidFill>
        <a:latin typeface="+mn-lt"/>
        <a:ea typeface="+mn-ea"/>
        <a:cs typeface="+mn-cs"/>
      </a:defRPr>
    </a:lvl7pPr>
    <a:lvl8pPr marL="10967408" algn="l" defTabSz="3133544" rtl="0" eaLnBrk="1" latinLnBrk="0" hangingPunct="1">
      <a:defRPr sz="6099" kern="1200">
        <a:solidFill>
          <a:schemeClr val="tx1"/>
        </a:solidFill>
        <a:latin typeface="+mn-lt"/>
        <a:ea typeface="+mn-ea"/>
        <a:cs typeface="+mn-cs"/>
      </a:defRPr>
    </a:lvl8pPr>
    <a:lvl9pPr marL="12534181" algn="l" defTabSz="3133544" rtl="0" eaLnBrk="1" latinLnBrk="0" hangingPunct="1">
      <a:defRPr sz="60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18" userDrawn="1">
          <p15:clr>
            <a:srgbClr val="A4A3A4"/>
          </p15:clr>
        </p15:guide>
        <p15:guide id="2" orient="horz" pos="287" userDrawn="1">
          <p15:clr>
            <a:srgbClr val="A4A3A4"/>
          </p15:clr>
        </p15:guide>
        <p15:guide id="3" orient="horz" pos="20161" userDrawn="1">
          <p15:clr>
            <a:srgbClr val="A4A3A4"/>
          </p15:clr>
        </p15:guide>
        <p15:guide id="4" orient="horz" userDrawn="1">
          <p15:clr>
            <a:srgbClr val="A4A3A4"/>
          </p15:clr>
        </p15:guide>
        <p15:guide id="5" pos="291" userDrawn="1">
          <p15:clr>
            <a:srgbClr val="A4A3A4"/>
          </p15:clr>
        </p15:guide>
        <p15:guide id="6" pos="13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3682">
          <p15:clr>
            <a:srgbClr val="A4A3A4"/>
          </p15:clr>
        </p15:guide>
        <p15:guide id="2" pos="102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.KOTOULAS" initials="AK" lastIdx="2" clrIdx="0"/>
  <p:cmAuthor id="1" name="A.KOTOULAS" initials="HELP" lastIdx="1" clrIdx="1"/>
  <p:cmAuthor id="2" name="A.KOTOULAS" initials="HELP - " lastIdx="1" clrIdx="2"/>
  <p:cmAuthor id="3" name="PosterPresentations.com - 510.649.3001" initials="HELP - 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101"/>
    <a:srgbClr val="E3E9E5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29" autoAdjust="0"/>
    <p:restoredTop sz="93805" autoAdjust="0"/>
  </p:normalViewPr>
  <p:slideViewPr>
    <p:cSldViewPr snapToGrid="0" snapToObjects="1" showGuides="1">
      <p:cViewPr>
        <p:scale>
          <a:sx n="25" d="100"/>
          <a:sy n="25" d="100"/>
        </p:scale>
        <p:origin x="1565" y="96"/>
      </p:cViewPr>
      <p:guideLst>
        <p:guide orient="horz" pos="3318"/>
        <p:guide orient="horz" pos="287"/>
        <p:guide orient="horz" pos="20161"/>
        <p:guide orient="horz"/>
        <p:guide pos="291"/>
        <p:guide pos="13536"/>
      </p:guideLst>
    </p:cSldViewPr>
  </p:slideViewPr>
  <p:outlineViewPr>
    <p:cViewPr>
      <p:scale>
        <a:sx n="33" d="100"/>
        <a:sy n="33" d="100"/>
      </p:scale>
      <p:origin x="0" y="7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3" d="100"/>
          <a:sy n="83" d="100"/>
        </p:scale>
        <p:origin x="-2730" y="-84"/>
      </p:cViewPr>
      <p:guideLst>
        <p:guide orient="horz" pos="13682"/>
        <p:guide pos="102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14066518" cy="2171701"/>
          </a:xfrm>
          <a:prstGeom prst="rect">
            <a:avLst/>
          </a:prstGeom>
        </p:spPr>
        <p:txBody>
          <a:bodyPr vert="horz" lIns="433672" tIns="216836" rIns="433672" bIns="216836" rtlCol="0"/>
          <a:lstStyle>
            <a:lvl1pPr algn="l">
              <a:defRPr sz="57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8387172" y="2"/>
            <a:ext cx="14066518" cy="2171701"/>
          </a:xfrm>
          <a:prstGeom prst="rect">
            <a:avLst/>
          </a:prstGeom>
        </p:spPr>
        <p:txBody>
          <a:bodyPr vert="horz" lIns="433672" tIns="216836" rIns="433672" bIns="216836" rtlCol="0"/>
          <a:lstStyle>
            <a:lvl1pPr algn="r">
              <a:defRPr sz="5700"/>
            </a:lvl1pPr>
          </a:lstStyle>
          <a:p>
            <a:fld id="{0158C5BC-9A70-462C-B28D-9600239EAC64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41254764"/>
            <a:ext cx="14066518" cy="2171701"/>
          </a:xfrm>
          <a:prstGeom prst="rect">
            <a:avLst/>
          </a:prstGeom>
        </p:spPr>
        <p:txBody>
          <a:bodyPr vert="horz" lIns="433672" tIns="216836" rIns="433672" bIns="216836" rtlCol="0" anchor="b"/>
          <a:lstStyle>
            <a:lvl1pPr algn="l">
              <a:defRPr sz="57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8387172" y="41254764"/>
            <a:ext cx="14066518" cy="2171701"/>
          </a:xfrm>
          <a:prstGeom prst="rect">
            <a:avLst/>
          </a:prstGeom>
        </p:spPr>
        <p:txBody>
          <a:bodyPr vert="horz" lIns="433672" tIns="216836" rIns="433672" bIns="216836" rtlCol="0" anchor="b"/>
          <a:lstStyle>
            <a:lvl1pPr algn="r">
              <a:defRPr sz="5700"/>
            </a:lvl1pPr>
          </a:lstStyle>
          <a:p>
            <a:fld id="{79C131B7-05CA-4AEE-9267-6D0ED4DC84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14066518" cy="2171701"/>
          </a:xfrm>
          <a:prstGeom prst="rect">
            <a:avLst/>
          </a:prstGeom>
        </p:spPr>
        <p:txBody>
          <a:bodyPr vert="horz" lIns="433672" tIns="216836" rIns="433672" bIns="216836" rtlCol="0"/>
          <a:lstStyle>
            <a:lvl1pPr algn="l">
              <a:defRPr sz="57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8387172" y="2"/>
            <a:ext cx="14066518" cy="2171701"/>
          </a:xfrm>
          <a:prstGeom prst="rect">
            <a:avLst/>
          </a:prstGeom>
        </p:spPr>
        <p:txBody>
          <a:bodyPr vert="horz" lIns="433672" tIns="216836" rIns="433672" bIns="216836" rtlCol="0"/>
          <a:lstStyle>
            <a:lvl1pPr algn="r">
              <a:defRPr sz="5700"/>
            </a:lvl1pPr>
          </a:lstStyle>
          <a:p>
            <a:fld id="{E6CC2317-6751-4CD4-9995-8782DD78E936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802938" y="3260725"/>
            <a:ext cx="10855325" cy="16282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433672" tIns="216836" rIns="433672" bIns="21683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246120" y="20631149"/>
            <a:ext cx="25968960" cy="19545301"/>
          </a:xfrm>
          <a:prstGeom prst="rect">
            <a:avLst/>
          </a:prstGeom>
        </p:spPr>
        <p:txBody>
          <a:bodyPr vert="horz" lIns="433672" tIns="216836" rIns="433672" bIns="21683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41254764"/>
            <a:ext cx="14066518" cy="2171701"/>
          </a:xfrm>
          <a:prstGeom prst="rect">
            <a:avLst/>
          </a:prstGeom>
        </p:spPr>
        <p:txBody>
          <a:bodyPr vert="horz" lIns="433672" tIns="216836" rIns="433672" bIns="216836" rtlCol="0" anchor="b"/>
          <a:lstStyle>
            <a:lvl1pPr algn="l">
              <a:defRPr sz="57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8387172" y="41254764"/>
            <a:ext cx="14066518" cy="2171701"/>
          </a:xfrm>
          <a:prstGeom prst="rect">
            <a:avLst/>
          </a:prstGeom>
        </p:spPr>
        <p:txBody>
          <a:bodyPr vert="horz" lIns="433672" tIns="216836" rIns="433672" bIns="216836" rtlCol="0" anchor="b"/>
          <a:lstStyle>
            <a:lvl1pPr algn="r">
              <a:defRPr sz="5700"/>
            </a:lvl1pPr>
          </a:lstStyle>
          <a:p>
            <a:fld id="{26A1A87D-CAF7-4BDC-A0D3-C0DBEDE8161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3133544" rtl="0" eaLnBrk="1" latinLnBrk="0" hangingPunct="1">
      <a:defRPr sz="4099" kern="1200">
        <a:solidFill>
          <a:schemeClr val="tx1"/>
        </a:solidFill>
        <a:latin typeface="+mn-lt"/>
        <a:ea typeface="+mn-ea"/>
        <a:cs typeface="+mn-cs"/>
      </a:defRPr>
    </a:lvl1pPr>
    <a:lvl2pPr marL="1566773" algn="l" defTabSz="3133544" rtl="0" eaLnBrk="1" latinLnBrk="0" hangingPunct="1">
      <a:defRPr sz="4099" kern="1200">
        <a:solidFill>
          <a:schemeClr val="tx1"/>
        </a:solidFill>
        <a:latin typeface="+mn-lt"/>
        <a:ea typeface="+mn-ea"/>
        <a:cs typeface="+mn-cs"/>
      </a:defRPr>
    </a:lvl2pPr>
    <a:lvl3pPr marL="3133544" algn="l" defTabSz="3133544" rtl="0" eaLnBrk="1" latinLnBrk="0" hangingPunct="1">
      <a:defRPr sz="4099" kern="1200">
        <a:solidFill>
          <a:schemeClr val="tx1"/>
        </a:solidFill>
        <a:latin typeface="+mn-lt"/>
        <a:ea typeface="+mn-ea"/>
        <a:cs typeface="+mn-cs"/>
      </a:defRPr>
    </a:lvl3pPr>
    <a:lvl4pPr marL="4700317" algn="l" defTabSz="3133544" rtl="0" eaLnBrk="1" latinLnBrk="0" hangingPunct="1">
      <a:defRPr sz="4099" kern="1200">
        <a:solidFill>
          <a:schemeClr val="tx1"/>
        </a:solidFill>
        <a:latin typeface="+mn-lt"/>
        <a:ea typeface="+mn-ea"/>
        <a:cs typeface="+mn-cs"/>
      </a:defRPr>
    </a:lvl4pPr>
    <a:lvl5pPr marL="6267088" algn="l" defTabSz="3133544" rtl="0" eaLnBrk="1" latinLnBrk="0" hangingPunct="1">
      <a:defRPr sz="4099" kern="1200">
        <a:solidFill>
          <a:schemeClr val="tx1"/>
        </a:solidFill>
        <a:latin typeface="+mn-lt"/>
        <a:ea typeface="+mn-ea"/>
        <a:cs typeface="+mn-cs"/>
      </a:defRPr>
    </a:lvl5pPr>
    <a:lvl6pPr marL="7833861" algn="l" defTabSz="3133544" rtl="0" eaLnBrk="1" latinLnBrk="0" hangingPunct="1">
      <a:defRPr sz="4099" kern="1200">
        <a:solidFill>
          <a:schemeClr val="tx1"/>
        </a:solidFill>
        <a:latin typeface="+mn-lt"/>
        <a:ea typeface="+mn-ea"/>
        <a:cs typeface="+mn-cs"/>
      </a:defRPr>
    </a:lvl6pPr>
    <a:lvl7pPr marL="9400634" algn="l" defTabSz="3133544" rtl="0" eaLnBrk="1" latinLnBrk="0" hangingPunct="1">
      <a:defRPr sz="4099" kern="1200">
        <a:solidFill>
          <a:schemeClr val="tx1"/>
        </a:solidFill>
        <a:latin typeface="+mn-lt"/>
        <a:ea typeface="+mn-ea"/>
        <a:cs typeface="+mn-cs"/>
      </a:defRPr>
    </a:lvl7pPr>
    <a:lvl8pPr marL="10967408" algn="l" defTabSz="3133544" rtl="0" eaLnBrk="1" latinLnBrk="0" hangingPunct="1">
      <a:defRPr sz="4099" kern="1200">
        <a:solidFill>
          <a:schemeClr val="tx1"/>
        </a:solidFill>
        <a:latin typeface="+mn-lt"/>
        <a:ea typeface="+mn-ea"/>
        <a:cs typeface="+mn-cs"/>
      </a:defRPr>
    </a:lvl8pPr>
    <a:lvl9pPr marL="12534181" algn="l" defTabSz="3133544" rtl="0" eaLnBrk="1" latinLnBrk="0" hangingPunct="1">
      <a:defRPr sz="40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802938" y="3260725"/>
            <a:ext cx="10855325" cy="16282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A1A87D-CAF7-4BDC-A0D3-C0DBEDE81619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66297" y="457202"/>
            <a:ext cx="16004988" cy="1447801"/>
          </a:xfrm>
          <a:prstGeom prst="rect">
            <a:avLst/>
          </a:prstGeom>
        </p:spPr>
        <p:txBody>
          <a:bodyPr lIns="65304" tIns="32651" rIns="65304" bIns="32651" anchor="ctr" anchorCtr="0"/>
          <a:lstStyle>
            <a:lvl1pPr>
              <a:defRPr b="1"/>
            </a:lvl1pPr>
          </a:lstStyle>
          <a:p>
            <a:r>
              <a:rPr lang="en-US" dirty="0"/>
              <a:t>Click here to add the poster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2095" y="6004409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1171" y="5176714"/>
            <a:ext cx="5024438" cy="9321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INTRODUCTION or ABSTRACT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 hasCustomPrompt="1"/>
          </p:nvPr>
        </p:nvSpPr>
        <p:spPr>
          <a:xfrm>
            <a:off x="457201" y="1143001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19278599" y="1219198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61171" y="14323540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OBJECTIVES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5793583" y="5996471"/>
            <a:ext cx="502443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5793583" y="5176713"/>
            <a:ext cx="5024438" cy="9321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MATERIALS &amp; METHODS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11129170" y="6004409"/>
            <a:ext cx="502443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11125201" y="5368830"/>
            <a:ext cx="5029201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RESULTS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6462376" y="5376769"/>
            <a:ext cx="5023509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CONCLUSIONS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16462376" y="6004409"/>
            <a:ext cx="5023509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6459533" y="14383765"/>
            <a:ext cx="5023509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16498890" y="15011406"/>
            <a:ext cx="5026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16462376" y="25390320"/>
            <a:ext cx="5023509" cy="133221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ACKNOWLEDGEMENTS or  CONTACT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16457017" y="26433448"/>
            <a:ext cx="5026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111" name="Text Placeholder 5"/>
          <p:cNvSpPr>
            <a:spLocks noGrp="1"/>
          </p:cNvSpPr>
          <p:nvPr>
            <p:ph type="body" sz="quarter" idx="9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 hasCustomPrompt="1"/>
          </p:nvPr>
        </p:nvSpPr>
        <p:spPr>
          <a:xfrm>
            <a:off x="452095" y="14951556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103" name="Text Placeholder 3"/>
          <p:cNvSpPr>
            <a:spLocks noGrp="1"/>
          </p:cNvSpPr>
          <p:nvPr>
            <p:ph type="body" sz="quarter" idx="10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1" name="Text Placeholder 3"/>
          <p:cNvSpPr>
            <a:spLocks noGrp="1"/>
          </p:cNvSpPr>
          <p:nvPr>
            <p:ph type="body" sz="quarter" idx="116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2" name="Text Placeholder 3"/>
          <p:cNvSpPr>
            <a:spLocks noGrp="1"/>
          </p:cNvSpPr>
          <p:nvPr>
            <p:ph type="body" sz="quarter" idx="11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3" name="Text Placeholder 3"/>
          <p:cNvSpPr>
            <a:spLocks noGrp="1"/>
          </p:cNvSpPr>
          <p:nvPr>
            <p:ph type="body" sz="quarter" idx="118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4" name="Text Placeholder 3"/>
          <p:cNvSpPr>
            <a:spLocks noGrp="1"/>
          </p:cNvSpPr>
          <p:nvPr>
            <p:ph type="body" sz="quarter" idx="119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5" name="Text Placeholder 3"/>
          <p:cNvSpPr>
            <a:spLocks noGrp="1"/>
          </p:cNvSpPr>
          <p:nvPr>
            <p:ph type="body" sz="quarter" idx="120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6" name="Text Placeholder 3"/>
          <p:cNvSpPr>
            <a:spLocks noGrp="1"/>
          </p:cNvSpPr>
          <p:nvPr>
            <p:ph type="body" sz="quarter" idx="121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122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8" name="Text Placeholder 3"/>
          <p:cNvSpPr>
            <a:spLocks noGrp="1"/>
          </p:cNvSpPr>
          <p:nvPr>
            <p:ph type="body" sz="quarter" idx="123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quarter" idx="124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61" name="Text Placeholder 3"/>
          <p:cNvSpPr>
            <a:spLocks noGrp="1"/>
          </p:cNvSpPr>
          <p:nvPr>
            <p:ph type="body" sz="quarter" idx="125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3" name="Picture Placeholder 13"/>
          <p:cNvSpPr>
            <a:spLocks noGrp="1"/>
          </p:cNvSpPr>
          <p:nvPr>
            <p:ph type="pic" sz="quarter" idx="11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4" name="Picture Placeholder 13"/>
          <p:cNvSpPr>
            <a:spLocks noGrp="1"/>
          </p:cNvSpPr>
          <p:nvPr>
            <p:ph type="pic" sz="quarter" idx="126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5" name="Picture Placeholder 13"/>
          <p:cNvSpPr>
            <a:spLocks noGrp="1"/>
          </p:cNvSpPr>
          <p:nvPr>
            <p:ph type="pic" sz="quarter" idx="127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6" name="Picture Placeholder 13"/>
          <p:cNvSpPr>
            <a:spLocks noGrp="1"/>
          </p:cNvSpPr>
          <p:nvPr>
            <p:ph type="pic" sz="quarter" idx="128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7" name="Picture Placeholder 13"/>
          <p:cNvSpPr>
            <a:spLocks noGrp="1"/>
          </p:cNvSpPr>
          <p:nvPr>
            <p:ph type="pic" sz="quarter" idx="129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9" name="Picture Placeholder 13"/>
          <p:cNvSpPr>
            <a:spLocks noGrp="1"/>
          </p:cNvSpPr>
          <p:nvPr>
            <p:ph type="pic" sz="quarter" idx="130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2" name="Picture Placeholder 13"/>
          <p:cNvSpPr>
            <a:spLocks noGrp="1"/>
          </p:cNvSpPr>
          <p:nvPr>
            <p:ph type="pic" sz="quarter" idx="131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5" name="Picture Placeholder 13"/>
          <p:cNvSpPr>
            <a:spLocks noGrp="1"/>
          </p:cNvSpPr>
          <p:nvPr>
            <p:ph type="pic" sz="quarter" idx="132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8" name="Picture Placeholder 13"/>
          <p:cNvSpPr>
            <a:spLocks noGrp="1"/>
          </p:cNvSpPr>
          <p:nvPr>
            <p:ph type="pic" sz="quarter" idx="133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112" name="Picture Placeholder 13"/>
          <p:cNvSpPr>
            <a:spLocks noGrp="1"/>
          </p:cNvSpPr>
          <p:nvPr>
            <p:ph type="pic" sz="quarter" idx="134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121" name="Picture Placeholder 13"/>
          <p:cNvSpPr>
            <a:spLocks noGrp="1"/>
          </p:cNvSpPr>
          <p:nvPr>
            <p:ph type="pic" sz="quarter" idx="13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13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13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13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13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140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141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142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143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0" name="Text Placeholder 5"/>
          <p:cNvSpPr>
            <a:spLocks noGrp="1"/>
          </p:cNvSpPr>
          <p:nvPr>
            <p:ph type="body" sz="quarter" idx="144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14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2" name="Text Placeholder 5"/>
          <p:cNvSpPr>
            <a:spLocks noGrp="1"/>
          </p:cNvSpPr>
          <p:nvPr>
            <p:ph type="body" sz="quarter" idx="14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3" name="Text Placeholder 5"/>
          <p:cNvSpPr>
            <a:spLocks noGrp="1"/>
          </p:cNvSpPr>
          <p:nvPr>
            <p:ph type="body" sz="quarter" idx="14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4" name="Text Placeholder 5"/>
          <p:cNvSpPr>
            <a:spLocks noGrp="1"/>
          </p:cNvSpPr>
          <p:nvPr>
            <p:ph type="body" sz="quarter" idx="14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5" name="Text Placeholder 5"/>
          <p:cNvSpPr>
            <a:spLocks noGrp="1"/>
          </p:cNvSpPr>
          <p:nvPr>
            <p:ph type="body" sz="quarter" idx="14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7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2966297" y="3185164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39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78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2966297" y="1905002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51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2094" y="6004408"/>
            <a:ext cx="6795639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1170" y="5376769"/>
            <a:ext cx="6786564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INTRODUCTION or ABSTRACT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 hasCustomPrompt="1"/>
          </p:nvPr>
        </p:nvSpPr>
        <p:spPr>
          <a:xfrm>
            <a:off x="457201" y="1143001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19278599" y="1219198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461169" y="17949532"/>
            <a:ext cx="6796431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71043" y="17354003"/>
            <a:ext cx="6786564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OBJECTIVES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7577141" y="21304137"/>
            <a:ext cx="6785766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7577141" y="20684437"/>
            <a:ext cx="6785766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MATERIALS &amp; METHODS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7581111" y="6012346"/>
            <a:ext cx="6785766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7577139" y="5376768"/>
            <a:ext cx="6789737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RESULTS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4697872" y="5376768"/>
            <a:ext cx="6788016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CONCLUSIONS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14697872" y="6004408"/>
            <a:ext cx="6788016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4697872" y="17321893"/>
            <a:ext cx="6788016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14695356" y="17949532"/>
            <a:ext cx="6790532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14697872" y="25590375"/>
            <a:ext cx="6788016" cy="9321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ACKNOWLEDGEMENTS  or  CONTACT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14697872" y="26418069"/>
            <a:ext cx="6790532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58" name="Title 1"/>
          <p:cNvSpPr>
            <a:spLocks noGrp="1"/>
          </p:cNvSpPr>
          <p:nvPr>
            <p:ph type="title" hasCustomPrompt="1"/>
          </p:nvPr>
        </p:nvSpPr>
        <p:spPr>
          <a:xfrm>
            <a:off x="2966297" y="457202"/>
            <a:ext cx="16004988" cy="1447801"/>
          </a:xfrm>
          <a:prstGeom prst="rect">
            <a:avLst/>
          </a:prstGeom>
        </p:spPr>
        <p:txBody>
          <a:bodyPr lIns="65304" tIns="32651" rIns="65304" bIns="32651" anchor="ctr" anchorCtr="0"/>
          <a:lstStyle>
            <a:lvl1pPr>
              <a:defRPr b="1"/>
            </a:lvl1pPr>
          </a:lstStyle>
          <a:p>
            <a:r>
              <a:rPr lang="en-US" dirty="0"/>
              <a:t>Click here to add the poster title</a:t>
            </a:r>
          </a:p>
        </p:txBody>
      </p:sp>
      <p:sp>
        <p:nvSpPr>
          <p:cNvPr id="59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2966297" y="3185164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39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62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2966297" y="1905002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51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9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2" name="Text Placeholder 3"/>
          <p:cNvSpPr>
            <a:spLocks noGrp="1"/>
          </p:cNvSpPr>
          <p:nvPr>
            <p:ph type="body" sz="quarter" idx="10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3" name="Text Placeholder 3"/>
          <p:cNvSpPr>
            <a:spLocks noGrp="1"/>
          </p:cNvSpPr>
          <p:nvPr>
            <p:ph type="body" sz="quarter" idx="116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1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5" name="Text Placeholder 3"/>
          <p:cNvSpPr>
            <a:spLocks noGrp="1"/>
          </p:cNvSpPr>
          <p:nvPr>
            <p:ph type="body" sz="quarter" idx="118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6" name="Text Placeholder 3"/>
          <p:cNvSpPr>
            <a:spLocks noGrp="1"/>
          </p:cNvSpPr>
          <p:nvPr>
            <p:ph type="body" sz="quarter" idx="119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7" name="Text Placeholder 3"/>
          <p:cNvSpPr>
            <a:spLocks noGrp="1"/>
          </p:cNvSpPr>
          <p:nvPr>
            <p:ph type="body" sz="quarter" idx="120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8" name="Text Placeholder 3"/>
          <p:cNvSpPr>
            <a:spLocks noGrp="1"/>
          </p:cNvSpPr>
          <p:nvPr>
            <p:ph type="body" sz="quarter" idx="121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9" name="Text Placeholder 3"/>
          <p:cNvSpPr>
            <a:spLocks noGrp="1"/>
          </p:cNvSpPr>
          <p:nvPr>
            <p:ph type="body" sz="quarter" idx="122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0" name="Text Placeholder 3"/>
          <p:cNvSpPr>
            <a:spLocks noGrp="1"/>
          </p:cNvSpPr>
          <p:nvPr>
            <p:ph type="body" sz="quarter" idx="123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1" name="Text Placeholder 3"/>
          <p:cNvSpPr>
            <a:spLocks noGrp="1"/>
          </p:cNvSpPr>
          <p:nvPr>
            <p:ph type="body" sz="quarter" idx="124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2" name="Text Placeholder 3"/>
          <p:cNvSpPr>
            <a:spLocks noGrp="1"/>
          </p:cNvSpPr>
          <p:nvPr>
            <p:ph type="body" sz="quarter" idx="125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3" name="Picture Placeholder 13"/>
          <p:cNvSpPr>
            <a:spLocks noGrp="1"/>
          </p:cNvSpPr>
          <p:nvPr>
            <p:ph type="pic" sz="quarter" idx="11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4" name="Picture Placeholder 13"/>
          <p:cNvSpPr>
            <a:spLocks noGrp="1"/>
          </p:cNvSpPr>
          <p:nvPr>
            <p:ph type="pic" sz="quarter" idx="126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5" name="Picture Placeholder 13"/>
          <p:cNvSpPr>
            <a:spLocks noGrp="1"/>
          </p:cNvSpPr>
          <p:nvPr>
            <p:ph type="pic" sz="quarter" idx="127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6" name="Picture Placeholder 13"/>
          <p:cNvSpPr>
            <a:spLocks noGrp="1"/>
          </p:cNvSpPr>
          <p:nvPr>
            <p:ph type="pic" sz="quarter" idx="128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7" name="Picture Placeholder 13"/>
          <p:cNvSpPr>
            <a:spLocks noGrp="1"/>
          </p:cNvSpPr>
          <p:nvPr>
            <p:ph type="pic" sz="quarter" idx="129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8" name="Picture Placeholder 13"/>
          <p:cNvSpPr>
            <a:spLocks noGrp="1"/>
          </p:cNvSpPr>
          <p:nvPr>
            <p:ph type="pic" sz="quarter" idx="130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9" name="Picture Placeholder 13"/>
          <p:cNvSpPr>
            <a:spLocks noGrp="1"/>
          </p:cNvSpPr>
          <p:nvPr>
            <p:ph type="pic" sz="quarter" idx="131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0" name="Picture Placeholder 13"/>
          <p:cNvSpPr>
            <a:spLocks noGrp="1"/>
          </p:cNvSpPr>
          <p:nvPr>
            <p:ph type="pic" sz="quarter" idx="132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1" name="Picture Placeholder 13"/>
          <p:cNvSpPr>
            <a:spLocks noGrp="1"/>
          </p:cNvSpPr>
          <p:nvPr>
            <p:ph type="pic" sz="quarter" idx="133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2" name="Picture Placeholder 13"/>
          <p:cNvSpPr>
            <a:spLocks noGrp="1"/>
          </p:cNvSpPr>
          <p:nvPr>
            <p:ph type="pic" sz="quarter" idx="134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3" name="Picture Placeholder 13"/>
          <p:cNvSpPr>
            <a:spLocks noGrp="1"/>
          </p:cNvSpPr>
          <p:nvPr>
            <p:ph type="pic" sz="quarter" idx="13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4" name="Text Placeholder 5"/>
          <p:cNvSpPr>
            <a:spLocks noGrp="1"/>
          </p:cNvSpPr>
          <p:nvPr>
            <p:ph type="body" sz="quarter" idx="13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5" name="Text Placeholder 5"/>
          <p:cNvSpPr>
            <a:spLocks noGrp="1"/>
          </p:cNvSpPr>
          <p:nvPr>
            <p:ph type="body" sz="quarter" idx="13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6" name="Text Placeholder 5"/>
          <p:cNvSpPr>
            <a:spLocks noGrp="1"/>
          </p:cNvSpPr>
          <p:nvPr>
            <p:ph type="body" sz="quarter" idx="13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7" name="Text Placeholder 5"/>
          <p:cNvSpPr>
            <a:spLocks noGrp="1"/>
          </p:cNvSpPr>
          <p:nvPr>
            <p:ph type="body" sz="quarter" idx="13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8" name="Text Placeholder 5"/>
          <p:cNvSpPr>
            <a:spLocks noGrp="1"/>
          </p:cNvSpPr>
          <p:nvPr>
            <p:ph type="body" sz="quarter" idx="140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9" name="Text Placeholder 5"/>
          <p:cNvSpPr>
            <a:spLocks noGrp="1"/>
          </p:cNvSpPr>
          <p:nvPr>
            <p:ph type="body" sz="quarter" idx="141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0" name="Text Placeholder 5"/>
          <p:cNvSpPr>
            <a:spLocks noGrp="1"/>
          </p:cNvSpPr>
          <p:nvPr>
            <p:ph type="body" sz="quarter" idx="142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1" name="Text Placeholder 5"/>
          <p:cNvSpPr>
            <a:spLocks noGrp="1"/>
          </p:cNvSpPr>
          <p:nvPr>
            <p:ph type="body" sz="quarter" idx="143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2" name="Text Placeholder 5"/>
          <p:cNvSpPr>
            <a:spLocks noGrp="1"/>
          </p:cNvSpPr>
          <p:nvPr>
            <p:ph type="body" sz="quarter" idx="144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3" name="Text Placeholder 5"/>
          <p:cNvSpPr>
            <a:spLocks noGrp="1"/>
          </p:cNvSpPr>
          <p:nvPr>
            <p:ph type="body" sz="quarter" idx="14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4" name="Text Placeholder 5"/>
          <p:cNvSpPr>
            <a:spLocks noGrp="1"/>
          </p:cNvSpPr>
          <p:nvPr>
            <p:ph type="body" sz="quarter" idx="14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5" name="Text Placeholder 5"/>
          <p:cNvSpPr>
            <a:spLocks noGrp="1"/>
          </p:cNvSpPr>
          <p:nvPr>
            <p:ph type="body" sz="quarter" idx="14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6" name="Text Placeholder 5"/>
          <p:cNvSpPr>
            <a:spLocks noGrp="1"/>
          </p:cNvSpPr>
          <p:nvPr>
            <p:ph type="body" sz="quarter" idx="14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7" name="Text Placeholder 5"/>
          <p:cNvSpPr>
            <a:spLocks noGrp="1"/>
          </p:cNvSpPr>
          <p:nvPr>
            <p:ph type="body" sz="quarter" idx="14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66297" y="457202"/>
            <a:ext cx="16004988" cy="1447801"/>
          </a:xfrm>
          <a:prstGeom prst="rect">
            <a:avLst/>
          </a:prstGeom>
        </p:spPr>
        <p:txBody>
          <a:bodyPr lIns="65304" tIns="32651" rIns="65304" bIns="32651" anchor="ctr" anchorCtr="0"/>
          <a:lstStyle>
            <a:lvl1pPr>
              <a:defRPr b="1"/>
            </a:lvl1pPr>
          </a:lstStyle>
          <a:p>
            <a:r>
              <a:rPr lang="en-US" dirty="0"/>
              <a:t>Click here to add the poster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2095" y="6004409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1171" y="5176714"/>
            <a:ext cx="5024438" cy="9321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INTRODUCTION or ABSTRACT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 hasCustomPrompt="1"/>
          </p:nvPr>
        </p:nvSpPr>
        <p:spPr>
          <a:xfrm>
            <a:off x="457201" y="1143001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19278599" y="1219198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61171" y="14323540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OBJECTIVES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5793583" y="5996471"/>
            <a:ext cx="502443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5793583" y="5176713"/>
            <a:ext cx="5024438" cy="9321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MATERIALS &amp; METHODS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11129170" y="6004409"/>
            <a:ext cx="502443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11125201" y="5368830"/>
            <a:ext cx="5029201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RESULTS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6462376" y="5376769"/>
            <a:ext cx="5023509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CONCLUSIONS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16462376" y="6004409"/>
            <a:ext cx="5023509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6459533" y="14383765"/>
            <a:ext cx="5023509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16498890" y="15011406"/>
            <a:ext cx="5026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16462376" y="25390320"/>
            <a:ext cx="5023509" cy="133221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ACKNOWLEDGEMENTS or  CONTACT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16457017" y="26433448"/>
            <a:ext cx="5026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111" name="Text Placeholder 5"/>
          <p:cNvSpPr>
            <a:spLocks noGrp="1"/>
          </p:cNvSpPr>
          <p:nvPr>
            <p:ph type="body" sz="quarter" idx="9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 hasCustomPrompt="1"/>
          </p:nvPr>
        </p:nvSpPr>
        <p:spPr>
          <a:xfrm>
            <a:off x="452095" y="14951556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103" name="Text Placeholder 3"/>
          <p:cNvSpPr>
            <a:spLocks noGrp="1"/>
          </p:cNvSpPr>
          <p:nvPr>
            <p:ph type="body" sz="quarter" idx="10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1" name="Text Placeholder 3"/>
          <p:cNvSpPr>
            <a:spLocks noGrp="1"/>
          </p:cNvSpPr>
          <p:nvPr>
            <p:ph type="body" sz="quarter" idx="116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2" name="Text Placeholder 3"/>
          <p:cNvSpPr>
            <a:spLocks noGrp="1"/>
          </p:cNvSpPr>
          <p:nvPr>
            <p:ph type="body" sz="quarter" idx="11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3" name="Text Placeholder 3"/>
          <p:cNvSpPr>
            <a:spLocks noGrp="1"/>
          </p:cNvSpPr>
          <p:nvPr>
            <p:ph type="body" sz="quarter" idx="118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4" name="Text Placeholder 3"/>
          <p:cNvSpPr>
            <a:spLocks noGrp="1"/>
          </p:cNvSpPr>
          <p:nvPr>
            <p:ph type="body" sz="quarter" idx="119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5" name="Text Placeholder 3"/>
          <p:cNvSpPr>
            <a:spLocks noGrp="1"/>
          </p:cNvSpPr>
          <p:nvPr>
            <p:ph type="body" sz="quarter" idx="120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6" name="Text Placeholder 3"/>
          <p:cNvSpPr>
            <a:spLocks noGrp="1"/>
          </p:cNvSpPr>
          <p:nvPr>
            <p:ph type="body" sz="quarter" idx="121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122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8" name="Text Placeholder 3"/>
          <p:cNvSpPr>
            <a:spLocks noGrp="1"/>
          </p:cNvSpPr>
          <p:nvPr>
            <p:ph type="body" sz="quarter" idx="123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quarter" idx="124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61" name="Text Placeholder 3"/>
          <p:cNvSpPr>
            <a:spLocks noGrp="1"/>
          </p:cNvSpPr>
          <p:nvPr>
            <p:ph type="body" sz="quarter" idx="125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3" name="Picture Placeholder 13"/>
          <p:cNvSpPr>
            <a:spLocks noGrp="1"/>
          </p:cNvSpPr>
          <p:nvPr>
            <p:ph type="pic" sz="quarter" idx="11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4" name="Picture Placeholder 13"/>
          <p:cNvSpPr>
            <a:spLocks noGrp="1"/>
          </p:cNvSpPr>
          <p:nvPr>
            <p:ph type="pic" sz="quarter" idx="126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5" name="Picture Placeholder 13"/>
          <p:cNvSpPr>
            <a:spLocks noGrp="1"/>
          </p:cNvSpPr>
          <p:nvPr>
            <p:ph type="pic" sz="quarter" idx="127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6" name="Picture Placeholder 13"/>
          <p:cNvSpPr>
            <a:spLocks noGrp="1"/>
          </p:cNvSpPr>
          <p:nvPr>
            <p:ph type="pic" sz="quarter" idx="128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7" name="Picture Placeholder 13"/>
          <p:cNvSpPr>
            <a:spLocks noGrp="1"/>
          </p:cNvSpPr>
          <p:nvPr>
            <p:ph type="pic" sz="quarter" idx="129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9" name="Picture Placeholder 13"/>
          <p:cNvSpPr>
            <a:spLocks noGrp="1"/>
          </p:cNvSpPr>
          <p:nvPr>
            <p:ph type="pic" sz="quarter" idx="130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2" name="Picture Placeholder 13"/>
          <p:cNvSpPr>
            <a:spLocks noGrp="1"/>
          </p:cNvSpPr>
          <p:nvPr>
            <p:ph type="pic" sz="quarter" idx="131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5" name="Picture Placeholder 13"/>
          <p:cNvSpPr>
            <a:spLocks noGrp="1"/>
          </p:cNvSpPr>
          <p:nvPr>
            <p:ph type="pic" sz="quarter" idx="132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8" name="Picture Placeholder 13"/>
          <p:cNvSpPr>
            <a:spLocks noGrp="1"/>
          </p:cNvSpPr>
          <p:nvPr>
            <p:ph type="pic" sz="quarter" idx="133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112" name="Picture Placeholder 13"/>
          <p:cNvSpPr>
            <a:spLocks noGrp="1"/>
          </p:cNvSpPr>
          <p:nvPr>
            <p:ph type="pic" sz="quarter" idx="134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121" name="Picture Placeholder 13"/>
          <p:cNvSpPr>
            <a:spLocks noGrp="1"/>
          </p:cNvSpPr>
          <p:nvPr>
            <p:ph type="pic" sz="quarter" idx="13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13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13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13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13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140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141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142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143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0" name="Text Placeholder 5"/>
          <p:cNvSpPr>
            <a:spLocks noGrp="1"/>
          </p:cNvSpPr>
          <p:nvPr>
            <p:ph type="body" sz="quarter" idx="144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14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2" name="Text Placeholder 5"/>
          <p:cNvSpPr>
            <a:spLocks noGrp="1"/>
          </p:cNvSpPr>
          <p:nvPr>
            <p:ph type="body" sz="quarter" idx="14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3" name="Text Placeholder 5"/>
          <p:cNvSpPr>
            <a:spLocks noGrp="1"/>
          </p:cNvSpPr>
          <p:nvPr>
            <p:ph type="body" sz="quarter" idx="14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4" name="Text Placeholder 5"/>
          <p:cNvSpPr>
            <a:spLocks noGrp="1"/>
          </p:cNvSpPr>
          <p:nvPr>
            <p:ph type="body" sz="quarter" idx="14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5" name="Text Placeholder 5"/>
          <p:cNvSpPr>
            <a:spLocks noGrp="1"/>
          </p:cNvSpPr>
          <p:nvPr>
            <p:ph type="body" sz="quarter" idx="14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7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2966297" y="3185164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39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78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2966297" y="1905002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51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66297" y="457202"/>
            <a:ext cx="16004988" cy="1447801"/>
          </a:xfrm>
          <a:prstGeom prst="rect">
            <a:avLst/>
          </a:prstGeom>
        </p:spPr>
        <p:txBody>
          <a:bodyPr lIns="65304" tIns="32651" rIns="65304" bIns="32651" anchor="ctr" anchorCtr="0"/>
          <a:lstStyle>
            <a:lvl1pPr>
              <a:defRPr b="1"/>
            </a:lvl1pPr>
          </a:lstStyle>
          <a:p>
            <a:r>
              <a:rPr lang="en-US" dirty="0"/>
              <a:t>Click here to add the poster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2095" y="6004409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1171" y="5176714"/>
            <a:ext cx="5024438" cy="9321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INTRODUCTION or ABSTRACT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 hasCustomPrompt="1"/>
          </p:nvPr>
        </p:nvSpPr>
        <p:spPr>
          <a:xfrm>
            <a:off x="457201" y="1143001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19278599" y="1219198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61171" y="14323540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OBJECTIVES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5793583" y="5996471"/>
            <a:ext cx="502443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5793583" y="5176713"/>
            <a:ext cx="5024438" cy="9321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MATERIALS &amp; METHODS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11129170" y="6004409"/>
            <a:ext cx="502443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11125201" y="5368830"/>
            <a:ext cx="5029201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RESULTS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6462376" y="5376769"/>
            <a:ext cx="5023509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CONCLUSIONS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16462376" y="6004409"/>
            <a:ext cx="5023509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6459533" y="14383765"/>
            <a:ext cx="5023509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16498890" y="15011406"/>
            <a:ext cx="5026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16462376" y="25390320"/>
            <a:ext cx="5023509" cy="133221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ACKNOWLEDGEMENTS or  CONTACT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16457017" y="26433448"/>
            <a:ext cx="5026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111" name="Text Placeholder 5"/>
          <p:cNvSpPr>
            <a:spLocks noGrp="1"/>
          </p:cNvSpPr>
          <p:nvPr>
            <p:ph type="body" sz="quarter" idx="9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 hasCustomPrompt="1"/>
          </p:nvPr>
        </p:nvSpPr>
        <p:spPr>
          <a:xfrm>
            <a:off x="452095" y="14951556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103" name="Text Placeholder 3"/>
          <p:cNvSpPr>
            <a:spLocks noGrp="1"/>
          </p:cNvSpPr>
          <p:nvPr>
            <p:ph type="body" sz="quarter" idx="10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1" name="Text Placeholder 3"/>
          <p:cNvSpPr>
            <a:spLocks noGrp="1"/>
          </p:cNvSpPr>
          <p:nvPr>
            <p:ph type="body" sz="quarter" idx="116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2" name="Text Placeholder 3"/>
          <p:cNvSpPr>
            <a:spLocks noGrp="1"/>
          </p:cNvSpPr>
          <p:nvPr>
            <p:ph type="body" sz="quarter" idx="11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3" name="Text Placeholder 3"/>
          <p:cNvSpPr>
            <a:spLocks noGrp="1"/>
          </p:cNvSpPr>
          <p:nvPr>
            <p:ph type="body" sz="quarter" idx="118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4" name="Text Placeholder 3"/>
          <p:cNvSpPr>
            <a:spLocks noGrp="1"/>
          </p:cNvSpPr>
          <p:nvPr>
            <p:ph type="body" sz="quarter" idx="119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5" name="Text Placeholder 3"/>
          <p:cNvSpPr>
            <a:spLocks noGrp="1"/>
          </p:cNvSpPr>
          <p:nvPr>
            <p:ph type="body" sz="quarter" idx="120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6" name="Text Placeholder 3"/>
          <p:cNvSpPr>
            <a:spLocks noGrp="1"/>
          </p:cNvSpPr>
          <p:nvPr>
            <p:ph type="body" sz="quarter" idx="121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122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8" name="Text Placeholder 3"/>
          <p:cNvSpPr>
            <a:spLocks noGrp="1"/>
          </p:cNvSpPr>
          <p:nvPr>
            <p:ph type="body" sz="quarter" idx="123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quarter" idx="124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61" name="Text Placeholder 3"/>
          <p:cNvSpPr>
            <a:spLocks noGrp="1"/>
          </p:cNvSpPr>
          <p:nvPr>
            <p:ph type="body" sz="quarter" idx="125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3" name="Picture Placeholder 13"/>
          <p:cNvSpPr>
            <a:spLocks noGrp="1"/>
          </p:cNvSpPr>
          <p:nvPr>
            <p:ph type="pic" sz="quarter" idx="11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4" name="Picture Placeholder 13"/>
          <p:cNvSpPr>
            <a:spLocks noGrp="1"/>
          </p:cNvSpPr>
          <p:nvPr>
            <p:ph type="pic" sz="quarter" idx="126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5" name="Picture Placeholder 13"/>
          <p:cNvSpPr>
            <a:spLocks noGrp="1"/>
          </p:cNvSpPr>
          <p:nvPr>
            <p:ph type="pic" sz="quarter" idx="127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6" name="Picture Placeholder 13"/>
          <p:cNvSpPr>
            <a:spLocks noGrp="1"/>
          </p:cNvSpPr>
          <p:nvPr>
            <p:ph type="pic" sz="quarter" idx="128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7" name="Picture Placeholder 13"/>
          <p:cNvSpPr>
            <a:spLocks noGrp="1"/>
          </p:cNvSpPr>
          <p:nvPr>
            <p:ph type="pic" sz="quarter" idx="129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9" name="Picture Placeholder 13"/>
          <p:cNvSpPr>
            <a:spLocks noGrp="1"/>
          </p:cNvSpPr>
          <p:nvPr>
            <p:ph type="pic" sz="quarter" idx="130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2" name="Picture Placeholder 13"/>
          <p:cNvSpPr>
            <a:spLocks noGrp="1"/>
          </p:cNvSpPr>
          <p:nvPr>
            <p:ph type="pic" sz="quarter" idx="131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5" name="Picture Placeholder 13"/>
          <p:cNvSpPr>
            <a:spLocks noGrp="1"/>
          </p:cNvSpPr>
          <p:nvPr>
            <p:ph type="pic" sz="quarter" idx="132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8" name="Picture Placeholder 13"/>
          <p:cNvSpPr>
            <a:spLocks noGrp="1"/>
          </p:cNvSpPr>
          <p:nvPr>
            <p:ph type="pic" sz="quarter" idx="133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112" name="Picture Placeholder 13"/>
          <p:cNvSpPr>
            <a:spLocks noGrp="1"/>
          </p:cNvSpPr>
          <p:nvPr>
            <p:ph type="pic" sz="quarter" idx="134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121" name="Picture Placeholder 13"/>
          <p:cNvSpPr>
            <a:spLocks noGrp="1"/>
          </p:cNvSpPr>
          <p:nvPr>
            <p:ph type="pic" sz="quarter" idx="13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13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13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13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13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140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141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142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143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0" name="Text Placeholder 5"/>
          <p:cNvSpPr>
            <a:spLocks noGrp="1"/>
          </p:cNvSpPr>
          <p:nvPr>
            <p:ph type="body" sz="quarter" idx="144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14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2" name="Text Placeholder 5"/>
          <p:cNvSpPr>
            <a:spLocks noGrp="1"/>
          </p:cNvSpPr>
          <p:nvPr>
            <p:ph type="body" sz="quarter" idx="14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3" name="Text Placeholder 5"/>
          <p:cNvSpPr>
            <a:spLocks noGrp="1"/>
          </p:cNvSpPr>
          <p:nvPr>
            <p:ph type="body" sz="quarter" idx="14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4" name="Text Placeholder 5"/>
          <p:cNvSpPr>
            <a:spLocks noGrp="1"/>
          </p:cNvSpPr>
          <p:nvPr>
            <p:ph type="body" sz="quarter" idx="14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5" name="Text Placeholder 5"/>
          <p:cNvSpPr>
            <a:spLocks noGrp="1"/>
          </p:cNvSpPr>
          <p:nvPr>
            <p:ph type="body" sz="quarter" idx="14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7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2966297" y="3185164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39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78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2966297" y="1905002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51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ent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2095" y="6004408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1171" y="5176714"/>
            <a:ext cx="5024438" cy="9321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INTRODUCTION or ABSTRACT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 hasCustomPrompt="1"/>
          </p:nvPr>
        </p:nvSpPr>
        <p:spPr>
          <a:xfrm>
            <a:off x="457201" y="1143001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19278599" y="1219198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451300" y="14919072"/>
            <a:ext cx="5029201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61171" y="14323540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OBJECTIVES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5793580" y="5996469"/>
            <a:ext cx="10360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5793583" y="5376769"/>
            <a:ext cx="10360025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(header)  MATERIALS &amp; METHODS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5793583" y="21813413"/>
            <a:ext cx="10360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793583" y="21185774"/>
            <a:ext cx="10360025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RESULTS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6462376" y="5376769"/>
            <a:ext cx="5023509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CONCLUSIONS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16462376" y="6004408"/>
            <a:ext cx="5023509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6459533" y="14383765"/>
            <a:ext cx="5023509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16498890" y="15011404"/>
            <a:ext cx="5026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16462376" y="25380795"/>
            <a:ext cx="5023509" cy="133221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ACKNOWLEDGEMENTS or CONTACT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16452769" y="26436777"/>
            <a:ext cx="5026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60" name="Title 1"/>
          <p:cNvSpPr>
            <a:spLocks noGrp="1"/>
          </p:cNvSpPr>
          <p:nvPr>
            <p:ph type="title" hasCustomPrompt="1"/>
          </p:nvPr>
        </p:nvSpPr>
        <p:spPr>
          <a:xfrm>
            <a:off x="2966297" y="457202"/>
            <a:ext cx="16004988" cy="1447801"/>
          </a:xfrm>
          <a:prstGeom prst="rect">
            <a:avLst/>
          </a:prstGeom>
        </p:spPr>
        <p:txBody>
          <a:bodyPr lIns="65304" tIns="32651" rIns="65304" bIns="32651" anchor="ctr" anchorCtr="0"/>
          <a:lstStyle>
            <a:lvl1pPr>
              <a:defRPr b="1"/>
            </a:lvl1pPr>
          </a:lstStyle>
          <a:p>
            <a:r>
              <a:rPr lang="en-US" dirty="0"/>
              <a:t>Click here to add the poster title</a:t>
            </a:r>
          </a:p>
        </p:txBody>
      </p:sp>
      <p:sp>
        <p:nvSpPr>
          <p:cNvPr id="61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2966297" y="3185164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39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62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2966297" y="1905002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51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9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2" name="Text Placeholder 3"/>
          <p:cNvSpPr>
            <a:spLocks noGrp="1"/>
          </p:cNvSpPr>
          <p:nvPr>
            <p:ph type="body" sz="quarter" idx="10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3" name="Text Placeholder 3"/>
          <p:cNvSpPr>
            <a:spLocks noGrp="1"/>
          </p:cNvSpPr>
          <p:nvPr>
            <p:ph type="body" sz="quarter" idx="116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1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5" name="Text Placeholder 3"/>
          <p:cNvSpPr>
            <a:spLocks noGrp="1"/>
          </p:cNvSpPr>
          <p:nvPr>
            <p:ph type="body" sz="quarter" idx="118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6" name="Text Placeholder 3"/>
          <p:cNvSpPr>
            <a:spLocks noGrp="1"/>
          </p:cNvSpPr>
          <p:nvPr>
            <p:ph type="body" sz="quarter" idx="119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7" name="Text Placeholder 3"/>
          <p:cNvSpPr>
            <a:spLocks noGrp="1"/>
          </p:cNvSpPr>
          <p:nvPr>
            <p:ph type="body" sz="quarter" idx="120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8" name="Text Placeholder 3"/>
          <p:cNvSpPr>
            <a:spLocks noGrp="1"/>
          </p:cNvSpPr>
          <p:nvPr>
            <p:ph type="body" sz="quarter" idx="121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9" name="Text Placeholder 3"/>
          <p:cNvSpPr>
            <a:spLocks noGrp="1"/>
          </p:cNvSpPr>
          <p:nvPr>
            <p:ph type="body" sz="quarter" idx="122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0" name="Text Placeholder 3"/>
          <p:cNvSpPr>
            <a:spLocks noGrp="1"/>
          </p:cNvSpPr>
          <p:nvPr>
            <p:ph type="body" sz="quarter" idx="123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1" name="Text Placeholder 3"/>
          <p:cNvSpPr>
            <a:spLocks noGrp="1"/>
          </p:cNvSpPr>
          <p:nvPr>
            <p:ph type="body" sz="quarter" idx="124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2" name="Text Placeholder 3"/>
          <p:cNvSpPr>
            <a:spLocks noGrp="1"/>
          </p:cNvSpPr>
          <p:nvPr>
            <p:ph type="body" sz="quarter" idx="125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3" name="Picture Placeholder 13"/>
          <p:cNvSpPr>
            <a:spLocks noGrp="1"/>
          </p:cNvSpPr>
          <p:nvPr>
            <p:ph type="pic" sz="quarter" idx="11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4" name="Picture Placeholder 13"/>
          <p:cNvSpPr>
            <a:spLocks noGrp="1"/>
          </p:cNvSpPr>
          <p:nvPr>
            <p:ph type="pic" sz="quarter" idx="126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5" name="Picture Placeholder 13"/>
          <p:cNvSpPr>
            <a:spLocks noGrp="1"/>
          </p:cNvSpPr>
          <p:nvPr>
            <p:ph type="pic" sz="quarter" idx="127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6" name="Picture Placeholder 13"/>
          <p:cNvSpPr>
            <a:spLocks noGrp="1"/>
          </p:cNvSpPr>
          <p:nvPr>
            <p:ph type="pic" sz="quarter" idx="128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7" name="Picture Placeholder 13"/>
          <p:cNvSpPr>
            <a:spLocks noGrp="1"/>
          </p:cNvSpPr>
          <p:nvPr>
            <p:ph type="pic" sz="quarter" idx="129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8" name="Picture Placeholder 13"/>
          <p:cNvSpPr>
            <a:spLocks noGrp="1"/>
          </p:cNvSpPr>
          <p:nvPr>
            <p:ph type="pic" sz="quarter" idx="130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9" name="Picture Placeholder 13"/>
          <p:cNvSpPr>
            <a:spLocks noGrp="1"/>
          </p:cNvSpPr>
          <p:nvPr>
            <p:ph type="pic" sz="quarter" idx="131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0" name="Picture Placeholder 13"/>
          <p:cNvSpPr>
            <a:spLocks noGrp="1"/>
          </p:cNvSpPr>
          <p:nvPr>
            <p:ph type="pic" sz="quarter" idx="132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1" name="Picture Placeholder 13"/>
          <p:cNvSpPr>
            <a:spLocks noGrp="1"/>
          </p:cNvSpPr>
          <p:nvPr>
            <p:ph type="pic" sz="quarter" idx="133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2" name="Picture Placeholder 13"/>
          <p:cNvSpPr>
            <a:spLocks noGrp="1"/>
          </p:cNvSpPr>
          <p:nvPr>
            <p:ph type="pic" sz="quarter" idx="134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3" name="Picture Placeholder 13"/>
          <p:cNvSpPr>
            <a:spLocks noGrp="1"/>
          </p:cNvSpPr>
          <p:nvPr>
            <p:ph type="pic" sz="quarter" idx="13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4" name="Text Placeholder 5"/>
          <p:cNvSpPr>
            <a:spLocks noGrp="1"/>
          </p:cNvSpPr>
          <p:nvPr>
            <p:ph type="body" sz="quarter" idx="13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5" name="Text Placeholder 5"/>
          <p:cNvSpPr>
            <a:spLocks noGrp="1"/>
          </p:cNvSpPr>
          <p:nvPr>
            <p:ph type="body" sz="quarter" idx="13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6" name="Text Placeholder 5"/>
          <p:cNvSpPr>
            <a:spLocks noGrp="1"/>
          </p:cNvSpPr>
          <p:nvPr>
            <p:ph type="body" sz="quarter" idx="13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7" name="Text Placeholder 5"/>
          <p:cNvSpPr>
            <a:spLocks noGrp="1"/>
          </p:cNvSpPr>
          <p:nvPr>
            <p:ph type="body" sz="quarter" idx="13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8" name="Text Placeholder 5"/>
          <p:cNvSpPr>
            <a:spLocks noGrp="1"/>
          </p:cNvSpPr>
          <p:nvPr>
            <p:ph type="body" sz="quarter" idx="140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9" name="Text Placeholder 5"/>
          <p:cNvSpPr>
            <a:spLocks noGrp="1"/>
          </p:cNvSpPr>
          <p:nvPr>
            <p:ph type="body" sz="quarter" idx="141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0" name="Text Placeholder 5"/>
          <p:cNvSpPr>
            <a:spLocks noGrp="1"/>
          </p:cNvSpPr>
          <p:nvPr>
            <p:ph type="body" sz="quarter" idx="142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1" name="Text Placeholder 5"/>
          <p:cNvSpPr>
            <a:spLocks noGrp="1"/>
          </p:cNvSpPr>
          <p:nvPr>
            <p:ph type="body" sz="quarter" idx="143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2" name="Text Placeholder 5"/>
          <p:cNvSpPr>
            <a:spLocks noGrp="1"/>
          </p:cNvSpPr>
          <p:nvPr>
            <p:ph type="body" sz="quarter" idx="144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3" name="Text Placeholder 5"/>
          <p:cNvSpPr>
            <a:spLocks noGrp="1"/>
          </p:cNvSpPr>
          <p:nvPr>
            <p:ph type="body" sz="quarter" idx="14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4" name="Text Placeholder 5"/>
          <p:cNvSpPr>
            <a:spLocks noGrp="1"/>
          </p:cNvSpPr>
          <p:nvPr>
            <p:ph type="body" sz="quarter" idx="14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5" name="Text Placeholder 5"/>
          <p:cNvSpPr>
            <a:spLocks noGrp="1"/>
          </p:cNvSpPr>
          <p:nvPr>
            <p:ph type="body" sz="quarter" idx="14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6" name="Text Placeholder 5"/>
          <p:cNvSpPr>
            <a:spLocks noGrp="1"/>
          </p:cNvSpPr>
          <p:nvPr>
            <p:ph type="body" sz="quarter" idx="14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7" name="Text Placeholder 5"/>
          <p:cNvSpPr>
            <a:spLocks noGrp="1"/>
          </p:cNvSpPr>
          <p:nvPr>
            <p:ph type="body" sz="quarter" idx="14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66297" y="457202"/>
            <a:ext cx="16004988" cy="1447801"/>
          </a:xfrm>
          <a:prstGeom prst="rect">
            <a:avLst/>
          </a:prstGeom>
        </p:spPr>
        <p:txBody>
          <a:bodyPr lIns="65304" tIns="32651" rIns="65304" bIns="32651" anchor="ctr" anchorCtr="0"/>
          <a:lstStyle>
            <a:lvl1pPr>
              <a:defRPr b="1"/>
            </a:lvl1pPr>
          </a:lstStyle>
          <a:p>
            <a:r>
              <a:rPr lang="en-US" dirty="0"/>
              <a:t>Click here to add the poster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2095" y="6004409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1171" y="5176714"/>
            <a:ext cx="5024438" cy="9321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INTRODUCTION or ABSTRACT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 hasCustomPrompt="1"/>
          </p:nvPr>
        </p:nvSpPr>
        <p:spPr>
          <a:xfrm>
            <a:off x="457201" y="1143001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19278599" y="1219198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61171" y="14323540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OBJECTIVES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5793583" y="5996471"/>
            <a:ext cx="502443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5793583" y="5176713"/>
            <a:ext cx="5024438" cy="9321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MATERIALS &amp; METHODS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11129170" y="6004409"/>
            <a:ext cx="502443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11125201" y="5368830"/>
            <a:ext cx="5029201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RESULTS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6462376" y="5376769"/>
            <a:ext cx="5023509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CONCLUSIONS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16462376" y="6004409"/>
            <a:ext cx="5023509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6459533" y="14383765"/>
            <a:ext cx="5023509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16498890" y="15011406"/>
            <a:ext cx="5026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16462376" y="25390320"/>
            <a:ext cx="5023509" cy="133221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ACKNOWLEDGEMENTS or  CONTACT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16457017" y="26433448"/>
            <a:ext cx="5026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111" name="Text Placeholder 5"/>
          <p:cNvSpPr>
            <a:spLocks noGrp="1"/>
          </p:cNvSpPr>
          <p:nvPr>
            <p:ph type="body" sz="quarter" idx="9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 hasCustomPrompt="1"/>
          </p:nvPr>
        </p:nvSpPr>
        <p:spPr>
          <a:xfrm>
            <a:off x="452095" y="14951556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103" name="Text Placeholder 3"/>
          <p:cNvSpPr>
            <a:spLocks noGrp="1"/>
          </p:cNvSpPr>
          <p:nvPr>
            <p:ph type="body" sz="quarter" idx="10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1" name="Text Placeholder 3"/>
          <p:cNvSpPr>
            <a:spLocks noGrp="1"/>
          </p:cNvSpPr>
          <p:nvPr>
            <p:ph type="body" sz="quarter" idx="116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2" name="Text Placeholder 3"/>
          <p:cNvSpPr>
            <a:spLocks noGrp="1"/>
          </p:cNvSpPr>
          <p:nvPr>
            <p:ph type="body" sz="quarter" idx="11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3" name="Text Placeholder 3"/>
          <p:cNvSpPr>
            <a:spLocks noGrp="1"/>
          </p:cNvSpPr>
          <p:nvPr>
            <p:ph type="body" sz="quarter" idx="118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4" name="Text Placeholder 3"/>
          <p:cNvSpPr>
            <a:spLocks noGrp="1"/>
          </p:cNvSpPr>
          <p:nvPr>
            <p:ph type="body" sz="quarter" idx="119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5" name="Text Placeholder 3"/>
          <p:cNvSpPr>
            <a:spLocks noGrp="1"/>
          </p:cNvSpPr>
          <p:nvPr>
            <p:ph type="body" sz="quarter" idx="120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6" name="Text Placeholder 3"/>
          <p:cNvSpPr>
            <a:spLocks noGrp="1"/>
          </p:cNvSpPr>
          <p:nvPr>
            <p:ph type="body" sz="quarter" idx="121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122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8" name="Text Placeholder 3"/>
          <p:cNvSpPr>
            <a:spLocks noGrp="1"/>
          </p:cNvSpPr>
          <p:nvPr>
            <p:ph type="body" sz="quarter" idx="123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quarter" idx="124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61" name="Text Placeholder 3"/>
          <p:cNvSpPr>
            <a:spLocks noGrp="1"/>
          </p:cNvSpPr>
          <p:nvPr>
            <p:ph type="body" sz="quarter" idx="125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3" name="Picture Placeholder 13"/>
          <p:cNvSpPr>
            <a:spLocks noGrp="1"/>
          </p:cNvSpPr>
          <p:nvPr>
            <p:ph type="pic" sz="quarter" idx="11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4" name="Picture Placeholder 13"/>
          <p:cNvSpPr>
            <a:spLocks noGrp="1"/>
          </p:cNvSpPr>
          <p:nvPr>
            <p:ph type="pic" sz="quarter" idx="126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5" name="Picture Placeholder 13"/>
          <p:cNvSpPr>
            <a:spLocks noGrp="1"/>
          </p:cNvSpPr>
          <p:nvPr>
            <p:ph type="pic" sz="quarter" idx="127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6" name="Picture Placeholder 13"/>
          <p:cNvSpPr>
            <a:spLocks noGrp="1"/>
          </p:cNvSpPr>
          <p:nvPr>
            <p:ph type="pic" sz="quarter" idx="128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7" name="Picture Placeholder 13"/>
          <p:cNvSpPr>
            <a:spLocks noGrp="1"/>
          </p:cNvSpPr>
          <p:nvPr>
            <p:ph type="pic" sz="quarter" idx="129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9" name="Picture Placeholder 13"/>
          <p:cNvSpPr>
            <a:spLocks noGrp="1"/>
          </p:cNvSpPr>
          <p:nvPr>
            <p:ph type="pic" sz="quarter" idx="130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2" name="Picture Placeholder 13"/>
          <p:cNvSpPr>
            <a:spLocks noGrp="1"/>
          </p:cNvSpPr>
          <p:nvPr>
            <p:ph type="pic" sz="quarter" idx="131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5" name="Picture Placeholder 13"/>
          <p:cNvSpPr>
            <a:spLocks noGrp="1"/>
          </p:cNvSpPr>
          <p:nvPr>
            <p:ph type="pic" sz="quarter" idx="132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8" name="Picture Placeholder 13"/>
          <p:cNvSpPr>
            <a:spLocks noGrp="1"/>
          </p:cNvSpPr>
          <p:nvPr>
            <p:ph type="pic" sz="quarter" idx="133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112" name="Picture Placeholder 13"/>
          <p:cNvSpPr>
            <a:spLocks noGrp="1"/>
          </p:cNvSpPr>
          <p:nvPr>
            <p:ph type="pic" sz="quarter" idx="134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121" name="Picture Placeholder 13"/>
          <p:cNvSpPr>
            <a:spLocks noGrp="1"/>
          </p:cNvSpPr>
          <p:nvPr>
            <p:ph type="pic" sz="quarter" idx="13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13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13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13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13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140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141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142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143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0" name="Text Placeholder 5"/>
          <p:cNvSpPr>
            <a:spLocks noGrp="1"/>
          </p:cNvSpPr>
          <p:nvPr>
            <p:ph type="body" sz="quarter" idx="144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14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2" name="Text Placeholder 5"/>
          <p:cNvSpPr>
            <a:spLocks noGrp="1"/>
          </p:cNvSpPr>
          <p:nvPr>
            <p:ph type="body" sz="quarter" idx="14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3" name="Text Placeholder 5"/>
          <p:cNvSpPr>
            <a:spLocks noGrp="1"/>
          </p:cNvSpPr>
          <p:nvPr>
            <p:ph type="body" sz="quarter" idx="14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4" name="Text Placeholder 5"/>
          <p:cNvSpPr>
            <a:spLocks noGrp="1"/>
          </p:cNvSpPr>
          <p:nvPr>
            <p:ph type="body" sz="quarter" idx="14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5" name="Text Placeholder 5"/>
          <p:cNvSpPr>
            <a:spLocks noGrp="1"/>
          </p:cNvSpPr>
          <p:nvPr>
            <p:ph type="body" sz="quarter" idx="14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7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2966297" y="3185164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39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78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2966297" y="1905002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51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66297" y="457202"/>
            <a:ext cx="16004988" cy="1447801"/>
          </a:xfrm>
          <a:prstGeom prst="rect">
            <a:avLst/>
          </a:prstGeom>
        </p:spPr>
        <p:txBody>
          <a:bodyPr lIns="65304" tIns="32651" rIns="65304" bIns="32651" anchor="ctr" anchorCtr="0"/>
          <a:lstStyle>
            <a:lvl1pPr>
              <a:defRPr b="1"/>
            </a:lvl1pPr>
          </a:lstStyle>
          <a:p>
            <a:r>
              <a:rPr lang="en-US" dirty="0"/>
              <a:t>Click here to add the poster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2095" y="6004409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1171" y="5176714"/>
            <a:ext cx="5024438" cy="9321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INTRODUCTION or ABSTRACT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 hasCustomPrompt="1"/>
          </p:nvPr>
        </p:nvSpPr>
        <p:spPr>
          <a:xfrm>
            <a:off x="457201" y="1143001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19278599" y="1219198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61171" y="14323540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OBJECTIVES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5793583" y="5996471"/>
            <a:ext cx="502443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5793583" y="5176713"/>
            <a:ext cx="5024438" cy="9321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MATERIALS &amp; METHODS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11129170" y="6004409"/>
            <a:ext cx="502443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11125201" y="5368830"/>
            <a:ext cx="5029201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RESULTS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6462376" y="5376769"/>
            <a:ext cx="5023509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CONCLUSIONS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16462376" y="6004409"/>
            <a:ext cx="5023509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6459533" y="14383765"/>
            <a:ext cx="5023509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16498890" y="15011406"/>
            <a:ext cx="5026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16462376" y="25390320"/>
            <a:ext cx="5023509" cy="133221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ACKNOWLEDGEMENTS or  CONTACT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16457017" y="26433448"/>
            <a:ext cx="5026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111" name="Text Placeholder 5"/>
          <p:cNvSpPr>
            <a:spLocks noGrp="1"/>
          </p:cNvSpPr>
          <p:nvPr>
            <p:ph type="body" sz="quarter" idx="9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 hasCustomPrompt="1"/>
          </p:nvPr>
        </p:nvSpPr>
        <p:spPr>
          <a:xfrm>
            <a:off x="452095" y="14951556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103" name="Text Placeholder 3"/>
          <p:cNvSpPr>
            <a:spLocks noGrp="1"/>
          </p:cNvSpPr>
          <p:nvPr>
            <p:ph type="body" sz="quarter" idx="10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1" name="Text Placeholder 3"/>
          <p:cNvSpPr>
            <a:spLocks noGrp="1"/>
          </p:cNvSpPr>
          <p:nvPr>
            <p:ph type="body" sz="quarter" idx="116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2" name="Text Placeholder 3"/>
          <p:cNvSpPr>
            <a:spLocks noGrp="1"/>
          </p:cNvSpPr>
          <p:nvPr>
            <p:ph type="body" sz="quarter" idx="11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3" name="Text Placeholder 3"/>
          <p:cNvSpPr>
            <a:spLocks noGrp="1"/>
          </p:cNvSpPr>
          <p:nvPr>
            <p:ph type="body" sz="quarter" idx="118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4" name="Text Placeholder 3"/>
          <p:cNvSpPr>
            <a:spLocks noGrp="1"/>
          </p:cNvSpPr>
          <p:nvPr>
            <p:ph type="body" sz="quarter" idx="119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5" name="Text Placeholder 3"/>
          <p:cNvSpPr>
            <a:spLocks noGrp="1"/>
          </p:cNvSpPr>
          <p:nvPr>
            <p:ph type="body" sz="quarter" idx="120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6" name="Text Placeholder 3"/>
          <p:cNvSpPr>
            <a:spLocks noGrp="1"/>
          </p:cNvSpPr>
          <p:nvPr>
            <p:ph type="body" sz="quarter" idx="121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122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8" name="Text Placeholder 3"/>
          <p:cNvSpPr>
            <a:spLocks noGrp="1"/>
          </p:cNvSpPr>
          <p:nvPr>
            <p:ph type="body" sz="quarter" idx="123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quarter" idx="124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61" name="Text Placeholder 3"/>
          <p:cNvSpPr>
            <a:spLocks noGrp="1"/>
          </p:cNvSpPr>
          <p:nvPr>
            <p:ph type="body" sz="quarter" idx="125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3" name="Picture Placeholder 13"/>
          <p:cNvSpPr>
            <a:spLocks noGrp="1"/>
          </p:cNvSpPr>
          <p:nvPr>
            <p:ph type="pic" sz="quarter" idx="11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4" name="Picture Placeholder 13"/>
          <p:cNvSpPr>
            <a:spLocks noGrp="1"/>
          </p:cNvSpPr>
          <p:nvPr>
            <p:ph type="pic" sz="quarter" idx="126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5" name="Picture Placeholder 13"/>
          <p:cNvSpPr>
            <a:spLocks noGrp="1"/>
          </p:cNvSpPr>
          <p:nvPr>
            <p:ph type="pic" sz="quarter" idx="127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6" name="Picture Placeholder 13"/>
          <p:cNvSpPr>
            <a:spLocks noGrp="1"/>
          </p:cNvSpPr>
          <p:nvPr>
            <p:ph type="pic" sz="quarter" idx="128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7" name="Picture Placeholder 13"/>
          <p:cNvSpPr>
            <a:spLocks noGrp="1"/>
          </p:cNvSpPr>
          <p:nvPr>
            <p:ph type="pic" sz="quarter" idx="129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9" name="Picture Placeholder 13"/>
          <p:cNvSpPr>
            <a:spLocks noGrp="1"/>
          </p:cNvSpPr>
          <p:nvPr>
            <p:ph type="pic" sz="quarter" idx="130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2" name="Picture Placeholder 13"/>
          <p:cNvSpPr>
            <a:spLocks noGrp="1"/>
          </p:cNvSpPr>
          <p:nvPr>
            <p:ph type="pic" sz="quarter" idx="131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5" name="Picture Placeholder 13"/>
          <p:cNvSpPr>
            <a:spLocks noGrp="1"/>
          </p:cNvSpPr>
          <p:nvPr>
            <p:ph type="pic" sz="quarter" idx="132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8" name="Picture Placeholder 13"/>
          <p:cNvSpPr>
            <a:spLocks noGrp="1"/>
          </p:cNvSpPr>
          <p:nvPr>
            <p:ph type="pic" sz="quarter" idx="133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112" name="Picture Placeholder 13"/>
          <p:cNvSpPr>
            <a:spLocks noGrp="1"/>
          </p:cNvSpPr>
          <p:nvPr>
            <p:ph type="pic" sz="quarter" idx="134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121" name="Picture Placeholder 13"/>
          <p:cNvSpPr>
            <a:spLocks noGrp="1"/>
          </p:cNvSpPr>
          <p:nvPr>
            <p:ph type="pic" sz="quarter" idx="13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13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13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13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13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140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141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142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143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0" name="Text Placeholder 5"/>
          <p:cNvSpPr>
            <a:spLocks noGrp="1"/>
          </p:cNvSpPr>
          <p:nvPr>
            <p:ph type="body" sz="quarter" idx="144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14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2" name="Text Placeholder 5"/>
          <p:cNvSpPr>
            <a:spLocks noGrp="1"/>
          </p:cNvSpPr>
          <p:nvPr>
            <p:ph type="body" sz="quarter" idx="14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3" name="Text Placeholder 5"/>
          <p:cNvSpPr>
            <a:spLocks noGrp="1"/>
          </p:cNvSpPr>
          <p:nvPr>
            <p:ph type="body" sz="quarter" idx="14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4" name="Text Placeholder 5"/>
          <p:cNvSpPr>
            <a:spLocks noGrp="1"/>
          </p:cNvSpPr>
          <p:nvPr>
            <p:ph type="body" sz="quarter" idx="14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5" name="Text Placeholder 5"/>
          <p:cNvSpPr>
            <a:spLocks noGrp="1"/>
          </p:cNvSpPr>
          <p:nvPr>
            <p:ph type="body" sz="quarter" idx="14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7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2966297" y="3185164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39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78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2966297" y="1905002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51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ed right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2095" y="6004408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1171" y="5176714"/>
            <a:ext cx="5024438" cy="9321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INTRODUCTION or ABSTRACT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 hasCustomPrompt="1"/>
          </p:nvPr>
        </p:nvSpPr>
        <p:spPr>
          <a:xfrm>
            <a:off x="457201" y="1143001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19278599" y="1219198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451300" y="14919072"/>
            <a:ext cx="5029201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61171" y="14323540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OBJECTIVES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5793584" y="5996469"/>
            <a:ext cx="10360022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5793583" y="5376769"/>
            <a:ext cx="10360025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MATERIALS &amp; METHODS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5793584" y="14919072"/>
            <a:ext cx="10360022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793583" y="14323915"/>
            <a:ext cx="10360025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RESULTS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93584" y="23616337"/>
            <a:ext cx="10360022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CONCLUSIONS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793584" y="24243976"/>
            <a:ext cx="10360022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6459533" y="5376769"/>
            <a:ext cx="5023509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16457017" y="6004408"/>
            <a:ext cx="5026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16462376" y="28002899"/>
            <a:ext cx="5023509" cy="133221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add)  ACKNOWLEDGEMENTS or  CONTACT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16462378" y="29030648"/>
            <a:ext cx="5026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244887" indent="-244887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60" name="Title 1"/>
          <p:cNvSpPr>
            <a:spLocks noGrp="1"/>
          </p:cNvSpPr>
          <p:nvPr>
            <p:ph type="title" hasCustomPrompt="1"/>
          </p:nvPr>
        </p:nvSpPr>
        <p:spPr>
          <a:xfrm>
            <a:off x="2966297" y="457202"/>
            <a:ext cx="16004988" cy="1447801"/>
          </a:xfrm>
          <a:prstGeom prst="rect">
            <a:avLst/>
          </a:prstGeom>
        </p:spPr>
        <p:txBody>
          <a:bodyPr lIns="65304" tIns="32651" rIns="65304" bIns="32651" anchor="ctr" anchorCtr="0"/>
          <a:lstStyle>
            <a:lvl1pPr>
              <a:defRPr b="1"/>
            </a:lvl1pPr>
          </a:lstStyle>
          <a:p>
            <a:r>
              <a:rPr lang="en-US" dirty="0"/>
              <a:t>Click here to add the poster title</a:t>
            </a:r>
          </a:p>
        </p:txBody>
      </p:sp>
      <p:sp>
        <p:nvSpPr>
          <p:cNvPr id="61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2966297" y="3185164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39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62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2966297" y="1905002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51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9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2" name="Text Placeholder 3"/>
          <p:cNvSpPr>
            <a:spLocks noGrp="1"/>
          </p:cNvSpPr>
          <p:nvPr>
            <p:ph type="body" sz="quarter" idx="10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3" name="Text Placeholder 3"/>
          <p:cNvSpPr>
            <a:spLocks noGrp="1"/>
          </p:cNvSpPr>
          <p:nvPr>
            <p:ph type="body" sz="quarter" idx="116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1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5" name="Text Placeholder 3"/>
          <p:cNvSpPr>
            <a:spLocks noGrp="1"/>
          </p:cNvSpPr>
          <p:nvPr>
            <p:ph type="body" sz="quarter" idx="118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6" name="Text Placeholder 3"/>
          <p:cNvSpPr>
            <a:spLocks noGrp="1"/>
          </p:cNvSpPr>
          <p:nvPr>
            <p:ph type="body" sz="quarter" idx="119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7" name="Text Placeholder 3"/>
          <p:cNvSpPr>
            <a:spLocks noGrp="1"/>
          </p:cNvSpPr>
          <p:nvPr>
            <p:ph type="body" sz="quarter" idx="120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8" name="Text Placeholder 3"/>
          <p:cNvSpPr>
            <a:spLocks noGrp="1"/>
          </p:cNvSpPr>
          <p:nvPr>
            <p:ph type="body" sz="quarter" idx="121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79" name="Text Placeholder 3"/>
          <p:cNvSpPr>
            <a:spLocks noGrp="1"/>
          </p:cNvSpPr>
          <p:nvPr>
            <p:ph type="body" sz="quarter" idx="122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0" name="Text Placeholder 3"/>
          <p:cNvSpPr>
            <a:spLocks noGrp="1"/>
          </p:cNvSpPr>
          <p:nvPr>
            <p:ph type="body" sz="quarter" idx="123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1" name="Text Placeholder 3"/>
          <p:cNvSpPr>
            <a:spLocks noGrp="1"/>
          </p:cNvSpPr>
          <p:nvPr>
            <p:ph type="body" sz="quarter" idx="124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2" name="Text Placeholder 3"/>
          <p:cNvSpPr>
            <a:spLocks noGrp="1"/>
          </p:cNvSpPr>
          <p:nvPr>
            <p:ph type="body" sz="quarter" idx="125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3" name="Picture Placeholder 13"/>
          <p:cNvSpPr>
            <a:spLocks noGrp="1"/>
          </p:cNvSpPr>
          <p:nvPr>
            <p:ph type="pic" sz="quarter" idx="11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4" name="Picture Placeholder 13"/>
          <p:cNvSpPr>
            <a:spLocks noGrp="1"/>
          </p:cNvSpPr>
          <p:nvPr>
            <p:ph type="pic" sz="quarter" idx="126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5" name="Picture Placeholder 13"/>
          <p:cNvSpPr>
            <a:spLocks noGrp="1"/>
          </p:cNvSpPr>
          <p:nvPr>
            <p:ph type="pic" sz="quarter" idx="127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6" name="Picture Placeholder 13"/>
          <p:cNvSpPr>
            <a:spLocks noGrp="1"/>
          </p:cNvSpPr>
          <p:nvPr>
            <p:ph type="pic" sz="quarter" idx="128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7" name="Picture Placeholder 13"/>
          <p:cNvSpPr>
            <a:spLocks noGrp="1"/>
          </p:cNvSpPr>
          <p:nvPr>
            <p:ph type="pic" sz="quarter" idx="129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8" name="Picture Placeholder 13"/>
          <p:cNvSpPr>
            <a:spLocks noGrp="1"/>
          </p:cNvSpPr>
          <p:nvPr>
            <p:ph type="pic" sz="quarter" idx="130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9" name="Picture Placeholder 13"/>
          <p:cNvSpPr>
            <a:spLocks noGrp="1"/>
          </p:cNvSpPr>
          <p:nvPr>
            <p:ph type="pic" sz="quarter" idx="131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0" name="Picture Placeholder 13"/>
          <p:cNvSpPr>
            <a:spLocks noGrp="1"/>
          </p:cNvSpPr>
          <p:nvPr>
            <p:ph type="pic" sz="quarter" idx="132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1" name="Picture Placeholder 13"/>
          <p:cNvSpPr>
            <a:spLocks noGrp="1"/>
          </p:cNvSpPr>
          <p:nvPr>
            <p:ph type="pic" sz="quarter" idx="133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2" name="Picture Placeholder 13"/>
          <p:cNvSpPr>
            <a:spLocks noGrp="1"/>
          </p:cNvSpPr>
          <p:nvPr>
            <p:ph type="pic" sz="quarter" idx="134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3" name="Picture Placeholder 13"/>
          <p:cNvSpPr>
            <a:spLocks noGrp="1"/>
          </p:cNvSpPr>
          <p:nvPr>
            <p:ph type="pic" sz="quarter" idx="13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4" name="Text Placeholder 5"/>
          <p:cNvSpPr>
            <a:spLocks noGrp="1"/>
          </p:cNvSpPr>
          <p:nvPr>
            <p:ph type="body" sz="quarter" idx="13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5" name="Text Placeholder 5"/>
          <p:cNvSpPr>
            <a:spLocks noGrp="1"/>
          </p:cNvSpPr>
          <p:nvPr>
            <p:ph type="body" sz="quarter" idx="13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6" name="Text Placeholder 5"/>
          <p:cNvSpPr>
            <a:spLocks noGrp="1"/>
          </p:cNvSpPr>
          <p:nvPr>
            <p:ph type="body" sz="quarter" idx="13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7" name="Text Placeholder 5"/>
          <p:cNvSpPr>
            <a:spLocks noGrp="1"/>
          </p:cNvSpPr>
          <p:nvPr>
            <p:ph type="body" sz="quarter" idx="13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8" name="Text Placeholder 5"/>
          <p:cNvSpPr>
            <a:spLocks noGrp="1"/>
          </p:cNvSpPr>
          <p:nvPr>
            <p:ph type="body" sz="quarter" idx="140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99" name="Text Placeholder 5"/>
          <p:cNvSpPr>
            <a:spLocks noGrp="1"/>
          </p:cNvSpPr>
          <p:nvPr>
            <p:ph type="body" sz="quarter" idx="141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0" name="Text Placeholder 5"/>
          <p:cNvSpPr>
            <a:spLocks noGrp="1"/>
          </p:cNvSpPr>
          <p:nvPr>
            <p:ph type="body" sz="quarter" idx="142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1" name="Text Placeholder 5"/>
          <p:cNvSpPr>
            <a:spLocks noGrp="1"/>
          </p:cNvSpPr>
          <p:nvPr>
            <p:ph type="body" sz="quarter" idx="143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2" name="Text Placeholder 5"/>
          <p:cNvSpPr>
            <a:spLocks noGrp="1"/>
          </p:cNvSpPr>
          <p:nvPr>
            <p:ph type="body" sz="quarter" idx="144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3" name="Text Placeholder 5"/>
          <p:cNvSpPr>
            <a:spLocks noGrp="1"/>
          </p:cNvSpPr>
          <p:nvPr>
            <p:ph type="body" sz="quarter" idx="14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4" name="Text Placeholder 5"/>
          <p:cNvSpPr>
            <a:spLocks noGrp="1"/>
          </p:cNvSpPr>
          <p:nvPr>
            <p:ph type="body" sz="quarter" idx="14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5" name="Text Placeholder 5"/>
          <p:cNvSpPr>
            <a:spLocks noGrp="1"/>
          </p:cNvSpPr>
          <p:nvPr>
            <p:ph type="body" sz="quarter" idx="14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6" name="Text Placeholder 5"/>
          <p:cNvSpPr>
            <a:spLocks noGrp="1"/>
          </p:cNvSpPr>
          <p:nvPr>
            <p:ph type="body" sz="quarter" idx="14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107" name="Text Placeholder 5"/>
          <p:cNvSpPr>
            <a:spLocks noGrp="1"/>
          </p:cNvSpPr>
          <p:nvPr>
            <p:ph type="body" sz="quarter" idx="14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66297" y="457202"/>
            <a:ext cx="16004988" cy="1447801"/>
          </a:xfrm>
          <a:prstGeom prst="rect">
            <a:avLst/>
          </a:prstGeom>
        </p:spPr>
        <p:txBody>
          <a:bodyPr lIns="65304" tIns="32651" rIns="65304" bIns="32651" anchor="ctr" anchorCtr="0"/>
          <a:lstStyle>
            <a:lvl1pPr>
              <a:defRPr b="1"/>
            </a:lvl1pPr>
          </a:lstStyle>
          <a:p>
            <a:r>
              <a:rPr lang="en-US" dirty="0"/>
              <a:t>Click here to add the poster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2095" y="6004409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1171" y="5176714"/>
            <a:ext cx="5024438" cy="9321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INTRODUCTION or ABSTRACT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 hasCustomPrompt="1"/>
          </p:nvPr>
        </p:nvSpPr>
        <p:spPr>
          <a:xfrm>
            <a:off x="457201" y="1143001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19278599" y="1219198"/>
            <a:ext cx="2209800" cy="2514601"/>
          </a:xfrm>
          <a:prstGeom prst="rect">
            <a:avLst/>
          </a:prstGeom>
        </p:spPr>
        <p:txBody>
          <a:bodyPr lIns="65304" tIns="32651" rIns="65304" bIns="32651" anchor="ctr"/>
          <a:lstStyle>
            <a:lvl1pPr algn="ctr">
              <a:buNone/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61171" y="14323540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OBJECTIVES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5793583" y="5996471"/>
            <a:ext cx="502443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5793583" y="5176713"/>
            <a:ext cx="5024438" cy="9321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MATERIALS &amp; METHODS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11129170" y="6004409"/>
            <a:ext cx="502443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11125201" y="5368830"/>
            <a:ext cx="5029201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RESULTS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6462376" y="5376769"/>
            <a:ext cx="5023509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CONCLUSIONS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16462376" y="6004409"/>
            <a:ext cx="5023509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6459533" y="14383765"/>
            <a:ext cx="5023509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16498890" y="15011406"/>
            <a:ext cx="5026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16462376" y="25390320"/>
            <a:ext cx="5023509" cy="133221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(click to edit)  ACKNOWLEDGEMENTS or  CONTACT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16457017" y="26433448"/>
            <a:ext cx="5026025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111" name="Text Placeholder 5"/>
          <p:cNvSpPr>
            <a:spLocks noGrp="1"/>
          </p:cNvSpPr>
          <p:nvPr>
            <p:ph type="body" sz="quarter" idx="9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 hasCustomPrompt="1"/>
          </p:nvPr>
        </p:nvSpPr>
        <p:spPr>
          <a:xfrm>
            <a:off x="452095" y="14951556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103" name="Text Placeholder 3"/>
          <p:cNvSpPr>
            <a:spLocks noGrp="1"/>
          </p:cNvSpPr>
          <p:nvPr>
            <p:ph type="body" sz="quarter" idx="10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1" name="Text Placeholder 3"/>
          <p:cNvSpPr>
            <a:spLocks noGrp="1"/>
          </p:cNvSpPr>
          <p:nvPr>
            <p:ph type="body" sz="quarter" idx="116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2" name="Text Placeholder 3"/>
          <p:cNvSpPr>
            <a:spLocks noGrp="1"/>
          </p:cNvSpPr>
          <p:nvPr>
            <p:ph type="body" sz="quarter" idx="117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3" name="Text Placeholder 3"/>
          <p:cNvSpPr>
            <a:spLocks noGrp="1"/>
          </p:cNvSpPr>
          <p:nvPr>
            <p:ph type="body" sz="quarter" idx="118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4" name="Text Placeholder 3"/>
          <p:cNvSpPr>
            <a:spLocks noGrp="1"/>
          </p:cNvSpPr>
          <p:nvPr>
            <p:ph type="body" sz="quarter" idx="119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5" name="Text Placeholder 3"/>
          <p:cNvSpPr>
            <a:spLocks noGrp="1"/>
          </p:cNvSpPr>
          <p:nvPr>
            <p:ph type="body" sz="quarter" idx="120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6" name="Text Placeholder 3"/>
          <p:cNvSpPr>
            <a:spLocks noGrp="1"/>
          </p:cNvSpPr>
          <p:nvPr>
            <p:ph type="body" sz="quarter" idx="121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122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8" name="Text Placeholder 3"/>
          <p:cNvSpPr>
            <a:spLocks noGrp="1"/>
          </p:cNvSpPr>
          <p:nvPr>
            <p:ph type="body" sz="quarter" idx="123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quarter" idx="124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61" name="Text Placeholder 3"/>
          <p:cNvSpPr>
            <a:spLocks noGrp="1"/>
          </p:cNvSpPr>
          <p:nvPr>
            <p:ph type="body" sz="quarter" idx="125" hasCustomPrompt="1"/>
          </p:nvPr>
        </p:nvSpPr>
        <p:spPr>
          <a:xfrm>
            <a:off x="-5204140" y="21259801"/>
            <a:ext cx="5028408" cy="606704"/>
          </a:xfrm>
          <a:prstGeom prst="rect">
            <a:avLst/>
          </a:prstGeom>
        </p:spPr>
        <p:txBody>
          <a:bodyPr wrap="square" lIns="163258" tIns="163258" rIns="163258" bIns="163258">
            <a:spAutoFit/>
          </a:bodyPr>
          <a:lstStyle>
            <a:lvl1pPr marL="0" indent="0">
              <a:buNone/>
              <a:defRPr sz="1800" baseline="0">
                <a:latin typeface="Trebuchet MS" pitchFamily="34" charset="0"/>
              </a:defRPr>
            </a:lvl1pPr>
            <a:lvl2pPr marL="1061176" indent="-408145">
              <a:defRPr sz="1800">
                <a:latin typeface="Trebuchet MS" pitchFamily="34" charset="0"/>
              </a:defRPr>
            </a:lvl2pPr>
            <a:lvl3pPr marL="1469322" indent="-408145">
              <a:defRPr sz="1800">
                <a:latin typeface="Trebuchet MS" pitchFamily="34" charset="0"/>
              </a:defRPr>
            </a:lvl3pPr>
            <a:lvl4pPr marL="1918281" indent="-448960">
              <a:defRPr sz="1800">
                <a:latin typeface="Trebuchet MS" pitchFamily="34" charset="0"/>
              </a:defRPr>
            </a:lvl4pPr>
            <a:lvl5pPr marL="2244797" indent="-326516">
              <a:defRPr sz="18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83" name="Picture Placeholder 13"/>
          <p:cNvSpPr>
            <a:spLocks noGrp="1"/>
          </p:cNvSpPr>
          <p:nvPr>
            <p:ph type="pic" sz="quarter" idx="11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4" name="Picture Placeholder 13"/>
          <p:cNvSpPr>
            <a:spLocks noGrp="1"/>
          </p:cNvSpPr>
          <p:nvPr>
            <p:ph type="pic" sz="quarter" idx="126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5" name="Picture Placeholder 13"/>
          <p:cNvSpPr>
            <a:spLocks noGrp="1"/>
          </p:cNvSpPr>
          <p:nvPr>
            <p:ph type="pic" sz="quarter" idx="127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6" name="Picture Placeholder 13"/>
          <p:cNvSpPr>
            <a:spLocks noGrp="1"/>
          </p:cNvSpPr>
          <p:nvPr>
            <p:ph type="pic" sz="quarter" idx="128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7" name="Picture Placeholder 13"/>
          <p:cNvSpPr>
            <a:spLocks noGrp="1"/>
          </p:cNvSpPr>
          <p:nvPr>
            <p:ph type="pic" sz="quarter" idx="129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89" name="Picture Placeholder 13"/>
          <p:cNvSpPr>
            <a:spLocks noGrp="1"/>
          </p:cNvSpPr>
          <p:nvPr>
            <p:ph type="pic" sz="quarter" idx="130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2" name="Picture Placeholder 13"/>
          <p:cNvSpPr>
            <a:spLocks noGrp="1"/>
          </p:cNvSpPr>
          <p:nvPr>
            <p:ph type="pic" sz="quarter" idx="131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5" name="Picture Placeholder 13"/>
          <p:cNvSpPr>
            <a:spLocks noGrp="1"/>
          </p:cNvSpPr>
          <p:nvPr>
            <p:ph type="pic" sz="quarter" idx="132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98" name="Picture Placeholder 13"/>
          <p:cNvSpPr>
            <a:spLocks noGrp="1"/>
          </p:cNvSpPr>
          <p:nvPr>
            <p:ph type="pic" sz="quarter" idx="133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112" name="Picture Placeholder 13"/>
          <p:cNvSpPr>
            <a:spLocks noGrp="1"/>
          </p:cNvSpPr>
          <p:nvPr>
            <p:ph type="pic" sz="quarter" idx="134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121" name="Picture Placeholder 13"/>
          <p:cNvSpPr>
            <a:spLocks noGrp="1"/>
          </p:cNvSpPr>
          <p:nvPr>
            <p:ph type="pic" sz="quarter" idx="135" hasCustomPrompt="1"/>
          </p:nvPr>
        </p:nvSpPr>
        <p:spPr>
          <a:xfrm>
            <a:off x="-4663440" y="25313640"/>
            <a:ext cx="3954778" cy="4840109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65304" tIns="32651" rIns="65304" bIns="32651" anchor="ctr"/>
          <a:lstStyle>
            <a:lvl1pPr marL="0" indent="0" algn="ctr">
              <a:buNone/>
              <a:defRPr sz="29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13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13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13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13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140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141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142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143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0" name="Text Placeholder 5"/>
          <p:cNvSpPr>
            <a:spLocks noGrp="1"/>
          </p:cNvSpPr>
          <p:nvPr>
            <p:ph type="body" sz="quarter" idx="144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145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2" name="Text Placeholder 5"/>
          <p:cNvSpPr>
            <a:spLocks noGrp="1"/>
          </p:cNvSpPr>
          <p:nvPr>
            <p:ph type="body" sz="quarter" idx="146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3" name="Text Placeholder 5"/>
          <p:cNvSpPr>
            <a:spLocks noGrp="1"/>
          </p:cNvSpPr>
          <p:nvPr>
            <p:ph type="body" sz="quarter" idx="147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4" name="Text Placeholder 5"/>
          <p:cNvSpPr>
            <a:spLocks noGrp="1"/>
          </p:cNvSpPr>
          <p:nvPr>
            <p:ph type="body" sz="quarter" idx="148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5" name="Text Placeholder 5"/>
          <p:cNvSpPr>
            <a:spLocks noGrp="1"/>
          </p:cNvSpPr>
          <p:nvPr>
            <p:ph type="body" sz="quarter" idx="149" hasCustomPrompt="1"/>
          </p:nvPr>
        </p:nvSpPr>
        <p:spPr>
          <a:xfrm>
            <a:off x="-5204141" y="18399028"/>
            <a:ext cx="5025230" cy="531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65304" tIns="65304" rIns="65304" bIns="65304" anchor="ctr" anchorCtr="0">
            <a:spAutoFit/>
          </a:bodyPr>
          <a:lstStyle>
            <a:lvl1pPr algn="ctr">
              <a:buNone/>
              <a:defRPr sz="2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PLACEHOLDER</a:t>
            </a:r>
          </a:p>
        </p:txBody>
      </p:sp>
      <p:sp>
        <p:nvSpPr>
          <p:cNvPr id="77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2966297" y="3185164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39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78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2966297" y="1905002"/>
            <a:ext cx="15999485" cy="1280159"/>
          </a:xfrm>
          <a:prstGeom prst="rect">
            <a:avLst/>
          </a:prstGeom>
        </p:spPr>
        <p:txBody>
          <a:bodyPr lIns="65306" tIns="32653" rIns="65306" bIns="32653"/>
          <a:lstStyle>
            <a:lvl1pPr algn="ctr">
              <a:buFontTx/>
              <a:buNone/>
              <a:defRPr sz="5100">
                <a:solidFill>
                  <a:schemeClr val="bg1"/>
                </a:solidFill>
              </a:defRPr>
            </a:lvl1pPr>
            <a:lvl2pPr>
              <a:buFontTx/>
              <a:buNone/>
              <a:defRPr sz="5100"/>
            </a:lvl2pPr>
            <a:lvl3pPr>
              <a:buFontTx/>
              <a:buNone/>
              <a:defRPr sz="5100"/>
            </a:lvl3pPr>
            <a:lvl4pPr>
              <a:buFontTx/>
              <a:buNone/>
              <a:defRPr sz="5100"/>
            </a:lvl4pPr>
            <a:lvl5pPr>
              <a:buFontTx/>
              <a:buNone/>
              <a:defRPr sz="5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hyperlink" Target="http://www.facebook.com/pages/PosterPresentationscom/217914411419?v=app_4949752878&amp;ref=ts" TargetMode="Externa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4.xml"/><Relationship Id="rId7" Type="http://schemas.openxmlformats.org/officeDocument/2006/relationships/hyperlink" Target="http://www.facebook.com/pages/PosterPresentationscom/217914411419?v=app_4949752878&amp;ref=ts" TargetMode="Externa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7.xml"/><Relationship Id="rId7" Type="http://schemas.openxmlformats.org/officeDocument/2006/relationships/hyperlink" Target="http://www.facebook.com/pages/PosterPresentationscom/217914411419?v=app_4949752878&amp;ref=ts" TargetMode="Externa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www.facebook.com/pages/PosterPresentationscom/217914411419?v=app_4949752878&amp;ref=ts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22111064" y="2"/>
            <a:ext cx="5025230" cy="32918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07" tIns="261212" rIns="130607" bIns="130607" rtlCol="0" anchor="t" anchorCtr="0"/>
          <a:lstStyle/>
          <a:p>
            <a:pPr algn="ctr"/>
            <a:r>
              <a:rPr lang="en-US" sz="2900" b="1" dirty="0">
                <a:solidFill>
                  <a:schemeClr val="bg1"/>
                </a:solidFill>
                <a:latin typeface="Trebuchet MS" pitchFamily="34" charset="0"/>
              </a:rPr>
              <a:t>QUICK</a:t>
            </a:r>
            <a:r>
              <a:rPr lang="en-US" sz="2900" b="1" baseline="0" dirty="0">
                <a:solidFill>
                  <a:schemeClr val="bg1"/>
                </a:solidFill>
                <a:latin typeface="Trebuchet MS" pitchFamily="34" charset="0"/>
              </a:rPr>
              <a:t> TIPS</a:t>
            </a:r>
            <a:endParaRPr lang="en-US" sz="29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r>
              <a:rPr lang="en-US" sz="2900" b="1" dirty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2300" b="1" dirty="0">
              <a:latin typeface="Trebuchet MS" pitchFamily="34" charset="0"/>
            </a:endParaRPr>
          </a:p>
          <a:p>
            <a:pPr defTabSz="2238860"/>
            <a:r>
              <a:rPr lang="en-US" sz="2300" dirty="0">
                <a:latin typeface="Trebuchet MS" pitchFamily="34" charset="0"/>
              </a:rPr>
              <a:t>This PowerPoint</a:t>
            </a:r>
            <a:r>
              <a:rPr lang="en-US" sz="2300" baseline="0" dirty="0">
                <a:latin typeface="Trebuchet MS" pitchFamily="34" charset="0"/>
              </a:rPr>
              <a:t> template requires basic PowerPoint (version 2007 or newer) skills. Below is a list of commonly asked questions specific to this template. </a:t>
            </a:r>
            <a:br>
              <a:rPr lang="en-US" sz="2300" baseline="0" dirty="0">
                <a:latin typeface="Trebuchet MS" pitchFamily="34" charset="0"/>
              </a:rPr>
            </a:br>
            <a:r>
              <a:rPr lang="en-US" sz="2300" baseline="0" dirty="0">
                <a:latin typeface="Trebuchet MS" pitchFamily="34" charset="0"/>
              </a:rPr>
              <a:t>If you are using an older version of PowerPoint some template features may not work properly.</a:t>
            </a:r>
            <a:endParaRPr lang="en-US" sz="29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2238860"/>
            <a:endParaRPr lang="en-US" sz="29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2900" b="1" dirty="0">
                <a:solidFill>
                  <a:schemeClr val="bg1"/>
                </a:solidFill>
                <a:latin typeface="Trebuchet MS" pitchFamily="34" charset="0"/>
              </a:rPr>
              <a:t>Using the template</a:t>
            </a:r>
            <a:endParaRPr lang="en-US" sz="2900" b="1" baseline="0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2300" b="1" dirty="0">
              <a:solidFill>
                <a:srgbClr val="FFFF00"/>
              </a:solidFill>
              <a:latin typeface="Trebuchet MS" pitchFamily="34" charset="0"/>
            </a:endParaRPr>
          </a:p>
          <a:p>
            <a:pPr marL="0" marR="0" indent="0" algn="l" defTabSz="2238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Verifying the quality of your graphics</a:t>
            </a:r>
          </a:p>
          <a:p>
            <a:pPr defTabSz="2238860"/>
            <a:r>
              <a:rPr lang="en-US" sz="2300" dirty="0">
                <a:latin typeface="Trebuchet MS" pitchFamily="34" charset="0"/>
              </a:rPr>
              <a:t>Go to the </a:t>
            </a:r>
            <a:r>
              <a:rPr lang="en-US" sz="2300" baseline="0" dirty="0">
                <a:latin typeface="Trebuchet MS" pitchFamily="34" charset="0"/>
              </a:rPr>
              <a:t>VIEW menu and click on ZOOM to set your preferred magnification. This template is at 100% the size of the final poster. All text and graphics will be printed at 100% their size. To see what your poster will look like when printed, set the zoom to 100% and evaluate the quality of all your graphics before you submit your poster for printing.</a:t>
            </a:r>
            <a:br>
              <a:rPr lang="en-US" sz="2300" baseline="0" dirty="0">
                <a:latin typeface="Trebuchet MS" pitchFamily="34" charset="0"/>
              </a:rPr>
            </a:br>
            <a:endParaRPr lang="en-US" sz="2300" baseline="0" dirty="0">
              <a:latin typeface="Trebuchet MS" pitchFamily="34" charset="0"/>
            </a:endParaRPr>
          </a:p>
          <a:p>
            <a:pPr defTabSz="2238860"/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Using the placeholders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To add text to this template click inside a placeholder and type in or paste your text. To move a placeholder, click on it </a:t>
            </a:r>
            <a:r>
              <a:rPr lang="en-US" sz="2300" u="sng" baseline="0" dirty="0">
                <a:latin typeface="Trebuchet MS" pitchFamily="34" charset="0"/>
              </a:rPr>
              <a:t>once</a:t>
            </a:r>
            <a:r>
              <a:rPr lang="en-US" sz="2300" baseline="0" dirty="0">
                <a:latin typeface="Trebuchet MS" pitchFamily="34" charset="0"/>
              </a:rPr>
              <a:t> (to select it), place your cursor on its frame and your cursor will change to this symbol:         Then, click </a:t>
            </a:r>
            <a:r>
              <a:rPr lang="en-US" sz="2300" u="sng" baseline="0" dirty="0">
                <a:latin typeface="Trebuchet MS" pitchFamily="34" charset="0"/>
              </a:rPr>
              <a:t>once</a:t>
            </a:r>
            <a:r>
              <a:rPr lang="en-US" sz="2300" baseline="0" dirty="0">
                <a:latin typeface="Trebuchet MS" pitchFamily="34" charset="0"/>
              </a:rPr>
              <a:t> and drag it to its new location where you can resize it as needed. Additional placeholders can be found on the left side of this template.</a:t>
            </a:r>
          </a:p>
          <a:p>
            <a:pPr defTabSz="2238860"/>
            <a:endParaRPr lang="en-US" sz="2300" b="1" baseline="0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2238860"/>
            <a:r>
              <a:rPr lang="en-US" sz="2300" b="1" baseline="0" dirty="0">
                <a:solidFill>
                  <a:srgbClr val="FFFF00"/>
                </a:solidFill>
                <a:latin typeface="Trebuchet MS" pitchFamily="34" charset="0"/>
              </a:rPr>
              <a:t>Modifying the layout</a:t>
            </a:r>
          </a:p>
          <a:p>
            <a:pPr defTabSz="2238860"/>
            <a:r>
              <a:rPr lang="en-US" sz="2300" dirty="0">
                <a:latin typeface="Trebuchet MS" pitchFamily="34" charset="0"/>
              </a:rPr>
              <a:t>This template has four</a:t>
            </a:r>
            <a:endParaRPr lang="en-US" sz="2300" baseline="0" dirty="0">
              <a:latin typeface="Trebuchet MS" pitchFamily="34" charset="0"/>
            </a:endParaRP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different column layouts. </a:t>
            </a:r>
          </a:p>
          <a:p>
            <a:pPr defTabSz="2238860"/>
            <a:r>
              <a:rPr lang="en-US" sz="2300" u="sng" baseline="0" dirty="0">
                <a:latin typeface="Trebuchet MS" pitchFamily="34" charset="0"/>
              </a:rPr>
              <a:t>Right-click</a:t>
            </a:r>
            <a:r>
              <a:rPr lang="en-US" sz="2300" baseline="0" dirty="0">
                <a:latin typeface="Trebuchet MS" pitchFamily="34" charset="0"/>
              </a:rPr>
              <a:t> your mouse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on the background and 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click on “Layout” to see 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the layout options.</a:t>
            </a:r>
            <a:endParaRPr lang="en-US" sz="2300" dirty="0">
              <a:latin typeface="Trebuchet MS" pitchFamily="34" charset="0"/>
            </a:endParaRPr>
          </a:p>
          <a:p>
            <a:pPr marL="0" marR="0" indent="0" algn="l" defTabSz="2238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300" baseline="0" dirty="0">
                <a:latin typeface="Trebuchet MS" pitchFamily="34" charset="0"/>
              </a:rPr>
              <a:t>The columns in the provided layouts are fixed and cannot be moved but advanced users can modify any layout by going to VIEW and then SLIDE MASTER.</a:t>
            </a:r>
          </a:p>
          <a:p>
            <a:pPr marL="0" marR="0" indent="0" algn="l" defTabSz="2238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300" baseline="0" dirty="0">
              <a:latin typeface="Trebuchet MS" pitchFamily="34" charset="0"/>
            </a:endParaRPr>
          </a:p>
          <a:p>
            <a:pPr defTabSz="2238860"/>
            <a:r>
              <a:rPr lang="en-US" sz="2300" b="1" baseline="0" dirty="0">
                <a:solidFill>
                  <a:srgbClr val="FFFF00"/>
                </a:solidFill>
                <a:latin typeface="Trebuchet MS" pitchFamily="34" charset="0"/>
              </a:rPr>
              <a:t>Importing text and graphics from external sources</a:t>
            </a:r>
          </a:p>
          <a:p>
            <a:pPr defTabSz="2238860"/>
            <a:r>
              <a:rPr lang="en-US" sz="2300" b="1" u="sng" baseline="0" dirty="0">
                <a:latin typeface="Trebuchet MS" pitchFamily="34" charset="0"/>
              </a:rPr>
              <a:t>TEXT: </a:t>
            </a:r>
            <a:r>
              <a:rPr lang="en-US" sz="2300" baseline="0" dirty="0">
                <a:latin typeface="Trebuchet MS" pitchFamily="34" charset="0"/>
              </a:rPr>
              <a:t>Paste or type your text into a pre-existing placeholder or drag in a new placeholder from the left side of the template. Move it anywhere as needed.</a:t>
            </a:r>
          </a:p>
          <a:p>
            <a:pPr defTabSz="2238860"/>
            <a:r>
              <a:rPr lang="en-US" sz="2300" b="1" u="sng" baseline="0" dirty="0">
                <a:latin typeface="Trebuchet MS" pitchFamily="34" charset="0"/>
              </a:rPr>
              <a:t>PHOTOS: </a:t>
            </a:r>
            <a:r>
              <a:rPr lang="en-US" sz="2300" baseline="0" dirty="0">
                <a:latin typeface="Trebuchet MS" pitchFamily="34" charset="0"/>
              </a:rPr>
              <a:t>Drag in a picture placeholder, size it </a:t>
            </a:r>
            <a:r>
              <a:rPr lang="en-US" sz="2300" u="sng" baseline="0" dirty="0">
                <a:latin typeface="Trebuchet MS" pitchFamily="34" charset="0"/>
              </a:rPr>
              <a:t>first</a:t>
            </a:r>
            <a:r>
              <a:rPr lang="en-US" sz="2300" baseline="0" dirty="0">
                <a:latin typeface="Trebuchet MS" pitchFamily="34" charset="0"/>
              </a:rPr>
              <a:t>, click in it and insert a photo from the menu.</a:t>
            </a:r>
          </a:p>
          <a:p>
            <a:pPr defTabSz="2238860"/>
            <a:r>
              <a:rPr lang="en-US" sz="2300" b="1" u="sng" baseline="0" dirty="0">
                <a:latin typeface="Trebuchet MS" pitchFamily="34" charset="0"/>
              </a:rPr>
              <a:t>TABLES: </a:t>
            </a:r>
            <a:r>
              <a:rPr lang="en-US" sz="2300" baseline="0" dirty="0">
                <a:latin typeface="Trebuchet MS" pitchFamily="34" charset="0"/>
              </a:rPr>
              <a:t>You can copy and paste a table from an external document onto this poster template. To adjust  the way the text fits within the cells of a table that has been pasted, </a:t>
            </a:r>
            <a:r>
              <a:rPr lang="en-US" sz="2300" u="sng" baseline="0" dirty="0">
                <a:latin typeface="Trebuchet MS" pitchFamily="34" charset="0"/>
              </a:rPr>
              <a:t>right-click</a:t>
            </a:r>
            <a:r>
              <a:rPr lang="en-US" sz="2300" baseline="0" dirty="0">
                <a:latin typeface="Trebuchet MS" pitchFamily="34" charset="0"/>
              </a:rPr>
              <a:t> on the table, click FORMAT SHAPE  then click on TEXT BOX and change the INTERNAL MARGIN values to 0.25</a:t>
            </a:r>
          </a:p>
          <a:p>
            <a:pPr defTabSz="2238860"/>
            <a:endParaRPr lang="en-US" sz="2300" baseline="0" dirty="0">
              <a:latin typeface="Trebuchet MS" pitchFamily="34" charset="0"/>
            </a:endParaRPr>
          </a:p>
          <a:p>
            <a:pPr defTabSz="2238860"/>
            <a:r>
              <a:rPr lang="en-US" sz="2300" b="1" baseline="0" dirty="0">
                <a:solidFill>
                  <a:srgbClr val="FFFF00"/>
                </a:solidFill>
                <a:latin typeface="Trebuchet MS" pitchFamily="34" charset="0"/>
              </a:rPr>
              <a:t>Modifying the color scheme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To change the color scheme of this template go to the “Design” menu and click on “Colors”. You can choose from the provide color combinations or you can create your own.</a:t>
            </a:r>
          </a:p>
          <a:p>
            <a:pPr defTabSz="2238860"/>
            <a:endParaRPr lang="en-US" sz="2300" baseline="0" dirty="0">
              <a:latin typeface="Trebuchet MS" pitchFamily="34" charset="0"/>
            </a:endParaRPr>
          </a:p>
          <a:p>
            <a:pPr defTabSz="223886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1400" baseline="0" dirty="0">
              <a:latin typeface="Trebuchet MS" pitchFamily="34" charset="0"/>
            </a:endParaRPr>
          </a:p>
          <a:p>
            <a:pPr defTabSz="3134780"/>
            <a:endParaRPr lang="en-US" sz="1400" dirty="0">
              <a:latin typeface="Trebuchet MS" pitchFamily="34" charset="0"/>
            </a:endParaRPr>
          </a:p>
          <a:p>
            <a:pPr algn="ctr"/>
            <a:endParaRPr lang="en-US" sz="14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3134780"/>
            <a:endParaRPr lang="en-US" sz="14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2300" b="1" dirty="0">
              <a:latin typeface="Trebuchet MS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-5201193" y="-19595"/>
            <a:ext cx="5025230" cy="32918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07" tIns="261212" rIns="130607" bIns="130607" rtlCol="0" anchor="t" anchorCtr="0"/>
          <a:lstStyle/>
          <a:p>
            <a:pPr algn="ctr"/>
            <a:r>
              <a:rPr lang="en-US" sz="3100" b="1" dirty="0">
                <a:solidFill>
                  <a:schemeClr val="bg1"/>
                </a:solidFill>
                <a:latin typeface="Trebuchet MS" pitchFamily="34" charset="0"/>
              </a:rPr>
              <a:t>QUICK DESIGN</a:t>
            </a:r>
            <a:r>
              <a:rPr lang="en-US" sz="3100" b="1" baseline="0" dirty="0">
                <a:solidFill>
                  <a:schemeClr val="bg1"/>
                </a:solidFill>
                <a:latin typeface="Trebuchet MS" pitchFamily="34" charset="0"/>
              </a:rPr>
              <a:t> </a:t>
            </a:r>
            <a:r>
              <a:rPr lang="en-US" sz="3100" b="1" dirty="0">
                <a:solidFill>
                  <a:schemeClr val="bg1"/>
                </a:solidFill>
                <a:latin typeface="Trebuchet MS" pitchFamily="34" charset="0"/>
              </a:rPr>
              <a:t>GUIDE</a:t>
            </a:r>
          </a:p>
          <a:p>
            <a:pPr algn="ctr"/>
            <a:r>
              <a:rPr lang="en-US" sz="2900" b="1" dirty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2300" b="1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This PowerPoint</a:t>
            </a:r>
            <a:r>
              <a:rPr lang="en-US" sz="2300" baseline="0" dirty="0"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2007 template produces</a:t>
            </a:r>
            <a:r>
              <a:rPr lang="en-US" sz="2300" baseline="0" dirty="0"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a 36”x48” professional  poster. It</a:t>
            </a:r>
            <a:r>
              <a:rPr lang="en-US" sz="2300" baseline="0" dirty="0"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will save you valuable time placing titles, subtitles,</a:t>
            </a:r>
            <a:r>
              <a:rPr lang="en-US" sz="2300" baseline="0" dirty="0">
                <a:latin typeface="Trebuchet MS" pitchFamily="34" charset="0"/>
              </a:rPr>
              <a:t> text, and graphics</a:t>
            </a:r>
            <a:r>
              <a:rPr lang="en-US" sz="2300" dirty="0">
                <a:latin typeface="Trebuchet MS" pitchFamily="34" charset="0"/>
              </a:rPr>
              <a:t>. </a:t>
            </a: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Use it to create your presentation. Then send</a:t>
            </a:r>
            <a:r>
              <a:rPr lang="en-US" sz="2300" baseline="0" dirty="0">
                <a:latin typeface="Trebuchet MS" pitchFamily="34" charset="0"/>
              </a:rPr>
              <a:t> it </a:t>
            </a:r>
            <a:r>
              <a:rPr lang="en-US" sz="2300" dirty="0">
                <a:latin typeface="Trebuchet MS" pitchFamily="34" charset="0"/>
              </a:rPr>
              <a:t>to </a:t>
            </a:r>
            <a:r>
              <a:rPr lang="en-US" sz="2300" b="1" dirty="0">
                <a:latin typeface="Trebuchet MS" pitchFamily="34" charset="0"/>
              </a:rPr>
              <a:t>PosterPresentations.com</a:t>
            </a:r>
            <a:r>
              <a:rPr lang="en-US" sz="2300" dirty="0">
                <a:latin typeface="Trebuchet MS" pitchFamily="34" charset="0"/>
              </a:rPr>
              <a:t> for premium quality, same day affordable printing.</a:t>
            </a:r>
            <a:br>
              <a:rPr lang="en-US" sz="2300" dirty="0">
                <a:latin typeface="Trebuchet MS" pitchFamily="34" charset="0"/>
              </a:rPr>
            </a:br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We provide a series of </a:t>
            </a:r>
            <a:r>
              <a:rPr lang="en-US" sz="2300" b="1" dirty="0">
                <a:latin typeface="Trebuchet MS" pitchFamily="34" charset="0"/>
              </a:rPr>
              <a:t>online tutorials</a:t>
            </a:r>
            <a:r>
              <a:rPr lang="en-US" sz="2300" dirty="0">
                <a:latin typeface="Trebuchet MS" pitchFamily="34" charset="0"/>
              </a:rPr>
              <a:t> that will guide you through the poster design process and answer your poster production questions. </a:t>
            </a: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View our online</a:t>
            </a:r>
            <a:r>
              <a:rPr lang="en-US" sz="2300" baseline="0" dirty="0">
                <a:latin typeface="Trebuchet MS" pitchFamily="34" charset="0"/>
              </a:rPr>
              <a:t> tutorials at:</a:t>
            </a:r>
            <a:br>
              <a:rPr lang="en-US" sz="2300" dirty="0">
                <a:latin typeface="Trebuchet MS" pitchFamily="34" charset="0"/>
              </a:rPr>
            </a:br>
            <a:r>
              <a:rPr lang="en-US" sz="2300" dirty="0">
                <a:solidFill>
                  <a:srgbClr val="FFFF00"/>
                </a:solidFill>
                <a:latin typeface="Trebuchet MS" pitchFamily="34" charset="0"/>
              </a:rPr>
              <a:t> http://bit.ly/Poster_creation_help </a:t>
            </a:r>
            <a:br>
              <a:rPr lang="en-US" sz="2300" dirty="0">
                <a:latin typeface="Trebuchet MS" pitchFamily="34" charset="0"/>
              </a:rPr>
            </a:br>
            <a:r>
              <a:rPr lang="en-US" sz="2300" dirty="0">
                <a:latin typeface="Trebuchet MS" pitchFamily="34" charset="0"/>
              </a:rPr>
              <a:t>(copy</a:t>
            </a:r>
            <a:r>
              <a:rPr lang="en-US" sz="2300" baseline="0" dirty="0">
                <a:latin typeface="Trebuchet MS" pitchFamily="34" charset="0"/>
              </a:rPr>
              <a:t> and paste the link into your web browser).</a:t>
            </a: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For assistance and to order your printed poster</a:t>
            </a:r>
            <a:r>
              <a:rPr lang="en-US" sz="2300" dirty="0">
                <a:solidFill>
                  <a:schemeClr val="bg1"/>
                </a:solidFill>
                <a:latin typeface="Trebuchet MS" pitchFamily="34" charset="0"/>
              </a:rPr>
              <a:t> call </a:t>
            </a:r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PosterPresentations.com</a:t>
            </a:r>
            <a:r>
              <a:rPr lang="en-US" sz="2300" dirty="0">
                <a:solidFill>
                  <a:srgbClr val="FFFF00"/>
                </a:solidFill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at </a:t>
            </a:r>
            <a:r>
              <a:rPr lang="en-US" sz="2900" b="1" dirty="0">
                <a:solidFill>
                  <a:srgbClr val="FFFF00"/>
                </a:solidFill>
                <a:latin typeface="Trebuchet MS" pitchFamily="34" charset="0"/>
              </a:rPr>
              <a:t>1.866.649.3004</a:t>
            </a:r>
          </a:p>
          <a:p>
            <a:pPr defTabSz="3134780"/>
            <a:endParaRPr lang="en-US" sz="29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endParaRPr lang="en-US" sz="29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3100" b="1" dirty="0">
                <a:solidFill>
                  <a:schemeClr val="bg1"/>
                </a:solidFill>
                <a:latin typeface="Trebuchet MS" pitchFamily="34" charset="0"/>
              </a:rPr>
              <a:t>Object Placeholders</a:t>
            </a: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Use the placeholders provided below to add new elements to your poster:</a:t>
            </a:r>
            <a:r>
              <a:rPr lang="en-US" sz="2300" baseline="0" dirty="0"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Drag a placeholder onto the</a:t>
            </a:r>
            <a:r>
              <a:rPr lang="en-US" sz="2300" baseline="0" dirty="0">
                <a:latin typeface="Trebuchet MS" pitchFamily="34" charset="0"/>
              </a:rPr>
              <a:t> poster area,</a:t>
            </a:r>
            <a:r>
              <a:rPr lang="en-US" sz="2300" dirty="0">
                <a:latin typeface="Trebuchet MS" pitchFamily="34" charset="0"/>
              </a:rPr>
              <a:t> size it, and click it to edit.</a:t>
            </a: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Section Header placeholder</a:t>
            </a:r>
          </a:p>
          <a:p>
            <a:pPr defTabSz="3134780"/>
            <a:r>
              <a:rPr lang="en-US" sz="2300" dirty="0">
                <a:latin typeface="Trebuchet MS" pitchFamily="34" charset="0"/>
              </a:rPr>
              <a:t>Move</a:t>
            </a:r>
            <a:r>
              <a:rPr lang="en-US" sz="2300" baseline="0" dirty="0">
                <a:latin typeface="Trebuchet MS" pitchFamily="34" charset="0"/>
              </a:rPr>
              <a:t> this preformatted section header placeholder to the poster area to add another section header. Use section headers to separate topics or concepts within your presentation. </a:t>
            </a: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endParaRPr lang="en-US" sz="23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Text placeholder</a:t>
            </a:r>
          </a:p>
          <a:p>
            <a:pPr defTabSz="3134780"/>
            <a:r>
              <a:rPr lang="en-US" sz="2300" baseline="0" dirty="0">
                <a:latin typeface="Trebuchet MS" pitchFamily="34" charset="0"/>
              </a:rPr>
              <a:t>Move this preformatted text placeholder to the poster to add a new body of text.</a:t>
            </a: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="1" baseline="0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r>
              <a:rPr lang="en-US" sz="2300" b="1" baseline="0" dirty="0">
                <a:solidFill>
                  <a:srgbClr val="FFFF00"/>
                </a:solidFill>
                <a:latin typeface="Trebuchet MS" pitchFamily="34" charset="0"/>
              </a:rPr>
              <a:t>Picture placeholder</a:t>
            </a:r>
          </a:p>
          <a:p>
            <a:pPr defTabSz="3134780"/>
            <a:r>
              <a:rPr lang="en-US" sz="2300" baseline="0" dirty="0">
                <a:latin typeface="Trebuchet MS" pitchFamily="34" charset="0"/>
              </a:rPr>
              <a:t>Move this graphic placeholder onto your poster, size it first, and then click it to add a picture to the poster.</a:t>
            </a: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algn="ctr"/>
            <a:endParaRPr lang="en-US" sz="23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3134780"/>
            <a:endParaRPr lang="en-US" sz="23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3100" b="1" dirty="0">
              <a:latin typeface="Trebuchet MS" pitchFamily="34" charset="0"/>
            </a:endParaRPr>
          </a:p>
        </p:txBody>
      </p:sp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0" y="1"/>
            <a:ext cx="21945600" cy="480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4805364"/>
            <a:ext cx="21945600" cy="15240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52400">
            <a:noFill/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409577" y="32232603"/>
            <a:ext cx="1257300" cy="37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5180" tIns="32584" rIns="65180" bIns="32584">
            <a:spAutoFit/>
          </a:bodyPr>
          <a:lstStyle/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4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RESEARCH POSTER PRESENTATION DESIGN © 2011</a:t>
            </a:r>
          </a:p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8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www.PosterPresentations.com</a:t>
            </a:r>
          </a:p>
        </p:txBody>
      </p:sp>
      <p:sp>
        <p:nvSpPr>
          <p:cNvPr id="15" name="Rectangle 35"/>
          <p:cNvSpPr>
            <a:spLocks noChangeArrowheads="1"/>
          </p:cNvSpPr>
          <p:nvPr/>
        </p:nvSpPr>
        <p:spPr bwMode="auto">
          <a:xfrm>
            <a:off x="16459200" y="5257800"/>
            <a:ext cx="5029201" cy="267462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791201" y="5257800"/>
            <a:ext cx="5029201" cy="267462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17" name="Rectangle 33"/>
          <p:cNvSpPr>
            <a:spLocks noChangeArrowheads="1"/>
          </p:cNvSpPr>
          <p:nvPr/>
        </p:nvSpPr>
        <p:spPr bwMode="auto">
          <a:xfrm>
            <a:off x="11125201" y="5257800"/>
            <a:ext cx="5029201" cy="267462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25" name="Rectangle 33"/>
          <p:cNvSpPr>
            <a:spLocks noChangeArrowheads="1"/>
          </p:cNvSpPr>
          <p:nvPr/>
        </p:nvSpPr>
        <p:spPr bwMode="auto">
          <a:xfrm>
            <a:off x="461170" y="5257800"/>
            <a:ext cx="5029201" cy="267462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34" name="Rectangle 33"/>
          <p:cNvSpPr/>
          <p:nvPr/>
        </p:nvSpPr>
        <p:spPr>
          <a:xfrm>
            <a:off x="-5185244" y="21297016"/>
            <a:ext cx="5009281" cy="7772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04" tIns="32651" rIns="65304" bIns="32651" rtlCol="0" anchor="ctr"/>
          <a:lstStyle/>
          <a:p>
            <a:pPr algn="ctr"/>
            <a:endParaRPr lang="en-US" sz="2001" dirty="0"/>
          </a:p>
        </p:txBody>
      </p:sp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549123" y="15525146"/>
            <a:ext cx="2370684" cy="305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671465" y="13118823"/>
            <a:ext cx="295275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22243872" y="30588809"/>
            <a:ext cx="4580144" cy="1574045"/>
          </a:xfrm>
          <a:prstGeom prst="rect">
            <a:avLst/>
          </a:prstGeom>
          <a:noFill/>
        </p:spPr>
        <p:txBody>
          <a:bodyPr wrap="square" lIns="65304" tIns="32651" rIns="65304" bIns="32651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© 2011 PosterPresentations.com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en-US" sz="2600" dirty="0">
                <a:solidFill>
                  <a:schemeClr val="bg1"/>
                </a:solidFill>
              </a:rPr>
              <a:t>    </a:t>
            </a:r>
            <a:r>
              <a:rPr lang="en-US" sz="2300" dirty="0">
                <a:solidFill>
                  <a:schemeClr val="bg1"/>
                </a:solidFill>
              </a:rPr>
              <a:t>2117 Fourth Street ,</a:t>
            </a:r>
            <a:r>
              <a:rPr lang="en-US" sz="2300" baseline="0" dirty="0">
                <a:solidFill>
                  <a:schemeClr val="bg1"/>
                </a:solidFill>
              </a:rPr>
              <a:t> Unit C</a:t>
            </a:r>
            <a:br>
              <a:rPr lang="en-US" sz="2300" baseline="0" dirty="0">
                <a:solidFill>
                  <a:schemeClr val="bg1"/>
                </a:solidFill>
              </a:rPr>
            </a:br>
            <a:r>
              <a:rPr lang="en-US" sz="2300" baseline="0" dirty="0">
                <a:solidFill>
                  <a:schemeClr val="bg1"/>
                </a:solidFill>
              </a:rPr>
              <a:t>    Berkeley CA 94710</a:t>
            </a:r>
            <a:br>
              <a:rPr lang="en-US" sz="2300" baseline="0" dirty="0">
                <a:solidFill>
                  <a:schemeClr val="bg1"/>
                </a:solidFill>
              </a:rPr>
            </a:br>
            <a:r>
              <a:rPr lang="en-US" sz="2300" baseline="0" dirty="0">
                <a:solidFill>
                  <a:schemeClr val="bg1"/>
                </a:solidFill>
              </a:rPr>
              <a:t>    </a:t>
            </a:r>
            <a:r>
              <a:rPr lang="en-US" sz="2300" b="1" baseline="0" dirty="0">
                <a:solidFill>
                  <a:srgbClr val="FFFF00"/>
                </a:solidFill>
              </a:rPr>
              <a:t>posterpresenter@gmail.com</a:t>
            </a:r>
            <a:endParaRPr lang="en-US" sz="2600" b="1" dirty="0">
              <a:solidFill>
                <a:srgbClr val="FFFF00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-5119928" y="31696521"/>
            <a:ext cx="4885699" cy="1361910"/>
            <a:chOff x="44242388" y="28054064"/>
            <a:chExt cx="9771398" cy="1361909"/>
          </a:xfrm>
        </p:grpSpPr>
        <p:sp>
          <p:nvSpPr>
            <p:cNvPr id="35" name="Rounded Rectangle 34"/>
            <p:cNvSpPr/>
            <p:nvPr userDrawn="1"/>
          </p:nvSpPr>
          <p:spPr>
            <a:xfrm>
              <a:off x="44242388" y="28054064"/>
              <a:ext cx="9771397" cy="109062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1"/>
            </a:p>
          </p:txBody>
        </p:sp>
        <p:pic>
          <p:nvPicPr>
            <p:cNvPr id="27" name="Picture 7" descr="http://t2.gstatic.com/images?q=tbn:ANd9GcR4APHC6TT9w54M2zn_pvCiBxUNcspYPoVxirLRphBoJabfSvu7zw">
              <a:hlinkClick r:id="rId5"/>
            </p:cNvPr>
            <p:cNvPicPr>
              <a:picLocks noChangeAspect="1" noChangeArrowheads="1"/>
            </p:cNvPicPr>
            <p:nvPr userDrawn="1"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341112" y="28126635"/>
              <a:ext cx="914400" cy="914400"/>
            </a:xfrm>
            <a:prstGeom prst="rect">
              <a:avLst/>
            </a:prstGeom>
            <a:noFill/>
          </p:spPr>
        </p:pic>
        <p:sp>
          <p:nvSpPr>
            <p:cNvPr id="33" name="TextBox 32"/>
            <p:cNvSpPr txBox="1"/>
            <p:nvPr userDrawn="1"/>
          </p:nvSpPr>
          <p:spPr>
            <a:xfrm>
              <a:off x="45342600" y="28154090"/>
              <a:ext cx="8671186" cy="126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solidFill>
                    <a:schemeClr val="tx2"/>
                  </a:solidFill>
                  <a:latin typeface="Trebuchet MS" pitchFamily="34" charset="0"/>
                </a:rPr>
                <a:t>Student</a:t>
              </a:r>
              <a: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  <a:t> discounts are available on our </a:t>
              </a:r>
              <a:r>
                <a:rPr lang="en-US" sz="1900" baseline="0" dirty="0" err="1">
                  <a:solidFill>
                    <a:schemeClr val="tx2"/>
                  </a:solidFill>
                  <a:latin typeface="Trebuchet MS" pitchFamily="34" charset="0"/>
                </a:rPr>
                <a:t>Facebook</a:t>
              </a:r>
              <a: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  <a:t> page.</a:t>
              </a:r>
              <a:b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</a:br>
              <a: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  <a:t>Go to </a:t>
              </a:r>
              <a:r>
                <a:rPr lang="en-US" sz="1900" u="sng" baseline="0" dirty="0">
                  <a:solidFill>
                    <a:schemeClr val="tx2"/>
                  </a:solidFill>
                  <a:latin typeface="Trebuchet MS" pitchFamily="34" charset="0"/>
                </a:rPr>
                <a:t>PosterPresentations.com</a:t>
              </a:r>
              <a: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  <a:t> and click on the FB icon. </a:t>
              </a:r>
              <a:endParaRPr lang="en-US" sz="1900" dirty="0">
                <a:solidFill>
                  <a:schemeClr val="tx2"/>
                </a:solidFill>
                <a:latin typeface="Trebuchet MS" pitchFamily="34" charset="0"/>
              </a:endParaRPr>
            </a:p>
          </p:txBody>
        </p:sp>
      </p:grpSp>
      <p:cxnSp>
        <p:nvCxnSpPr>
          <p:cNvPr id="43" name="Straight Connector 42"/>
          <p:cNvCxnSpPr/>
          <p:nvPr/>
        </p:nvCxnSpPr>
        <p:spPr>
          <a:xfrm>
            <a:off x="22111064" y="30500135"/>
            <a:ext cx="5025230" cy="15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-5185244" y="11582401"/>
            <a:ext cx="5009281" cy="16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22127013" y="4841859"/>
            <a:ext cx="5009281" cy="16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3134552" rtl="0" eaLnBrk="1" latinLnBrk="0" hangingPunct="1">
        <a:spcBef>
          <a:spcPct val="0"/>
        </a:spcBef>
        <a:buNone/>
        <a:defRPr sz="63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</p:titleStyle>
    <p:bodyStyle>
      <a:lvl1pPr marL="1175457" indent="-1175457" algn="l" defTabSz="3134552" rtl="0" eaLnBrk="1" latinLnBrk="0" hangingPunct="1">
        <a:spcBef>
          <a:spcPct val="20000"/>
        </a:spcBef>
        <a:buFont typeface="Arial" pitchFamily="34" charset="0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46824" indent="-979547" algn="l" defTabSz="3134552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3918191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3pPr>
      <a:lvl4pPr marL="5485468" indent="-783639" algn="l" defTabSz="3134552" rtl="0" eaLnBrk="1" latinLnBrk="0" hangingPunct="1">
        <a:spcBef>
          <a:spcPct val="20000"/>
        </a:spcBef>
        <a:buFont typeface="Arial" pitchFamily="34" charset="0"/>
        <a:buChar char="–"/>
        <a:defRPr sz="6900" kern="1200">
          <a:solidFill>
            <a:schemeClr val="tx1"/>
          </a:solidFill>
          <a:latin typeface="+mn-lt"/>
          <a:ea typeface="+mn-ea"/>
          <a:cs typeface="+mn-cs"/>
        </a:defRPr>
      </a:lvl4pPr>
      <a:lvl5pPr marL="7052744" indent="-783639" algn="l" defTabSz="3134552" rtl="0" eaLnBrk="1" latinLnBrk="0" hangingPunct="1">
        <a:spcBef>
          <a:spcPct val="20000"/>
        </a:spcBef>
        <a:buFont typeface="Arial" pitchFamily="34" charset="0"/>
        <a:buChar char="»"/>
        <a:defRPr sz="6900" kern="1200">
          <a:solidFill>
            <a:schemeClr val="tx1"/>
          </a:solidFill>
          <a:latin typeface="+mn-lt"/>
          <a:ea typeface="+mn-ea"/>
          <a:cs typeface="+mn-cs"/>
        </a:defRPr>
      </a:lvl5pPr>
      <a:lvl6pPr marL="8620020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6pPr>
      <a:lvl7pPr marL="10187296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7pPr>
      <a:lvl8pPr marL="11754573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8pPr>
      <a:lvl9pPr marL="13321849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567277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2pPr>
      <a:lvl3pPr marL="3134552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3pPr>
      <a:lvl4pPr marL="4701829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4pPr>
      <a:lvl5pPr marL="6269105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5pPr>
      <a:lvl6pPr marL="7836382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6pPr>
      <a:lvl7pPr marL="9403659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7pPr>
      <a:lvl8pPr marL="10970935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8pPr>
      <a:lvl9pPr marL="12538212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0" y="1"/>
            <a:ext cx="21945600" cy="480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8" name="Rectangle 33"/>
          <p:cNvSpPr>
            <a:spLocks noChangeArrowheads="1"/>
          </p:cNvSpPr>
          <p:nvPr/>
        </p:nvSpPr>
        <p:spPr bwMode="auto">
          <a:xfrm>
            <a:off x="457203" y="5257800"/>
            <a:ext cx="6792685" cy="267462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4805364"/>
            <a:ext cx="21945600" cy="15240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52400">
            <a:noFill/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409577" y="32232603"/>
            <a:ext cx="1257300" cy="37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5180" tIns="32584" rIns="65180" bIns="32584">
            <a:spAutoFit/>
          </a:bodyPr>
          <a:lstStyle/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4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RESEARCH POSTER PRESENTATION DESIGN © 2011</a:t>
            </a:r>
          </a:p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8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www.PosterPresentations.com</a:t>
            </a:r>
          </a:p>
        </p:txBody>
      </p:sp>
      <p:sp>
        <p:nvSpPr>
          <p:cNvPr id="18" name="Rectangle 33"/>
          <p:cNvSpPr>
            <a:spLocks noChangeArrowheads="1"/>
          </p:cNvSpPr>
          <p:nvPr/>
        </p:nvSpPr>
        <p:spPr bwMode="auto">
          <a:xfrm>
            <a:off x="7575269" y="5257800"/>
            <a:ext cx="6792685" cy="267462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19" name="Rectangle 33"/>
          <p:cNvSpPr>
            <a:spLocks noChangeArrowheads="1"/>
          </p:cNvSpPr>
          <p:nvPr/>
        </p:nvSpPr>
        <p:spPr bwMode="auto">
          <a:xfrm>
            <a:off x="14693337" y="5257800"/>
            <a:ext cx="6792685" cy="267462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27" name="Rectangle 26"/>
          <p:cNvSpPr/>
          <p:nvPr/>
        </p:nvSpPr>
        <p:spPr>
          <a:xfrm>
            <a:off x="22111064" y="2"/>
            <a:ext cx="5025230" cy="32918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07" tIns="261212" rIns="130607" bIns="130607" rtlCol="0" anchor="t" anchorCtr="0"/>
          <a:lstStyle/>
          <a:p>
            <a:pPr algn="ctr"/>
            <a:r>
              <a:rPr lang="en-US" sz="2900" b="1" dirty="0">
                <a:solidFill>
                  <a:schemeClr val="bg1"/>
                </a:solidFill>
                <a:latin typeface="Trebuchet MS" pitchFamily="34" charset="0"/>
              </a:rPr>
              <a:t>QUICK</a:t>
            </a:r>
            <a:r>
              <a:rPr lang="en-US" sz="2900" b="1" baseline="0" dirty="0">
                <a:solidFill>
                  <a:schemeClr val="bg1"/>
                </a:solidFill>
                <a:latin typeface="Trebuchet MS" pitchFamily="34" charset="0"/>
              </a:rPr>
              <a:t> TIPS</a:t>
            </a:r>
            <a:endParaRPr lang="en-US" sz="29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r>
              <a:rPr lang="en-US" sz="2900" b="1" dirty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2300" b="1" dirty="0">
              <a:latin typeface="Trebuchet MS" pitchFamily="34" charset="0"/>
            </a:endParaRPr>
          </a:p>
          <a:p>
            <a:pPr defTabSz="2238860"/>
            <a:r>
              <a:rPr lang="en-US" sz="2300" dirty="0">
                <a:latin typeface="Trebuchet MS" pitchFamily="34" charset="0"/>
              </a:rPr>
              <a:t>This PowerPoint</a:t>
            </a:r>
            <a:r>
              <a:rPr lang="en-US" sz="2300" baseline="0" dirty="0">
                <a:latin typeface="Trebuchet MS" pitchFamily="34" charset="0"/>
              </a:rPr>
              <a:t> template requires basic PowerPoint (version 2007 or newer) skills. Below is a list of commonly asked questions specific to this template. </a:t>
            </a:r>
            <a:br>
              <a:rPr lang="en-US" sz="2300" baseline="0" dirty="0">
                <a:latin typeface="Trebuchet MS" pitchFamily="34" charset="0"/>
              </a:rPr>
            </a:br>
            <a:r>
              <a:rPr lang="en-US" sz="2300" baseline="0" dirty="0">
                <a:latin typeface="Trebuchet MS" pitchFamily="34" charset="0"/>
              </a:rPr>
              <a:t>If you are using an older version of PowerPoint some template features may not work properly.</a:t>
            </a:r>
            <a:endParaRPr lang="en-US" sz="29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2238860"/>
            <a:endParaRPr lang="en-US" sz="29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2900" b="1" dirty="0">
                <a:solidFill>
                  <a:schemeClr val="bg1"/>
                </a:solidFill>
                <a:latin typeface="Trebuchet MS" pitchFamily="34" charset="0"/>
              </a:rPr>
              <a:t>Using the template</a:t>
            </a:r>
            <a:endParaRPr lang="en-US" sz="2900" b="1" baseline="0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2300" b="1" dirty="0">
              <a:solidFill>
                <a:srgbClr val="FFFF00"/>
              </a:solidFill>
              <a:latin typeface="Trebuchet MS" pitchFamily="34" charset="0"/>
            </a:endParaRPr>
          </a:p>
          <a:p>
            <a:pPr marL="0" marR="0" indent="0" algn="l" defTabSz="2238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Verifying the quality of your graphics</a:t>
            </a:r>
          </a:p>
          <a:p>
            <a:pPr defTabSz="2238860"/>
            <a:r>
              <a:rPr lang="en-US" sz="2300" dirty="0">
                <a:latin typeface="Trebuchet MS" pitchFamily="34" charset="0"/>
              </a:rPr>
              <a:t>Go to the </a:t>
            </a:r>
            <a:r>
              <a:rPr lang="en-US" sz="2300" baseline="0" dirty="0">
                <a:latin typeface="Trebuchet MS" pitchFamily="34" charset="0"/>
              </a:rPr>
              <a:t>VIEW menu and click on ZOOM to set your preferred magnification. This template is at 100% the size of the final poster. All text and graphics will be printed at 100% their size. To see what your poster will look like when printed, set the zoom to 100% and evaluate the quality of all your graphics before you submit your poster for printing.</a:t>
            </a:r>
            <a:br>
              <a:rPr lang="en-US" sz="2300" baseline="0" dirty="0">
                <a:latin typeface="Trebuchet MS" pitchFamily="34" charset="0"/>
              </a:rPr>
            </a:br>
            <a:endParaRPr lang="en-US" sz="2300" baseline="0" dirty="0">
              <a:latin typeface="Trebuchet MS" pitchFamily="34" charset="0"/>
            </a:endParaRPr>
          </a:p>
          <a:p>
            <a:pPr defTabSz="2238860"/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Using the placeholders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To add text to this template click inside a placeholder and type in or paste your text. To move a placeholder, click on it </a:t>
            </a:r>
            <a:r>
              <a:rPr lang="en-US" sz="2300" u="sng" baseline="0" dirty="0">
                <a:latin typeface="Trebuchet MS" pitchFamily="34" charset="0"/>
              </a:rPr>
              <a:t>once</a:t>
            </a:r>
            <a:r>
              <a:rPr lang="en-US" sz="2300" baseline="0" dirty="0">
                <a:latin typeface="Trebuchet MS" pitchFamily="34" charset="0"/>
              </a:rPr>
              <a:t> (to select it), place your cursor on its frame and your cursor will change to this symbol:         Then, click </a:t>
            </a:r>
            <a:r>
              <a:rPr lang="en-US" sz="2300" u="sng" baseline="0" dirty="0">
                <a:latin typeface="Trebuchet MS" pitchFamily="34" charset="0"/>
              </a:rPr>
              <a:t>once</a:t>
            </a:r>
            <a:r>
              <a:rPr lang="en-US" sz="2300" baseline="0" dirty="0">
                <a:latin typeface="Trebuchet MS" pitchFamily="34" charset="0"/>
              </a:rPr>
              <a:t> and drag it to its new location where you can resize it as needed. Additional placeholders can be found on the left side of this template.</a:t>
            </a:r>
          </a:p>
          <a:p>
            <a:pPr defTabSz="2238860"/>
            <a:endParaRPr lang="en-US" sz="2300" b="1" baseline="0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2238860"/>
            <a:r>
              <a:rPr lang="en-US" sz="2300" b="1" baseline="0" dirty="0">
                <a:solidFill>
                  <a:srgbClr val="FFFF00"/>
                </a:solidFill>
                <a:latin typeface="Trebuchet MS" pitchFamily="34" charset="0"/>
              </a:rPr>
              <a:t>Modifying the layout</a:t>
            </a:r>
          </a:p>
          <a:p>
            <a:pPr defTabSz="2238860"/>
            <a:r>
              <a:rPr lang="en-US" sz="2300" dirty="0">
                <a:latin typeface="Trebuchet MS" pitchFamily="34" charset="0"/>
              </a:rPr>
              <a:t>This template has four</a:t>
            </a:r>
            <a:endParaRPr lang="en-US" sz="2300" baseline="0" dirty="0">
              <a:latin typeface="Trebuchet MS" pitchFamily="34" charset="0"/>
            </a:endParaRP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different column layouts. </a:t>
            </a:r>
          </a:p>
          <a:p>
            <a:pPr defTabSz="2238860"/>
            <a:r>
              <a:rPr lang="en-US" sz="2300" u="sng" baseline="0" dirty="0">
                <a:latin typeface="Trebuchet MS" pitchFamily="34" charset="0"/>
              </a:rPr>
              <a:t>Right-click</a:t>
            </a:r>
            <a:r>
              <a:rPr lang="en-US" sz="2300" baseline="0" dirty="0">
                <a:latin typeface="Trebuchet MS" pitchFamily="34" charset="0"/>
              </a:rPr>
              <a:t> your mouse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on the background and 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click on “Layout” to see 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the layout options.</a:t>
            </a:r>
            <a:endParaRPr lang="en-US" sz="2300" dirty="0">
              <a:latin typeface="Trebuchet MS" pitchFamily="34" charset="0"/>
            </a:endParaRPr>
          </a:p>
          <a:p>
            <a:pPr marL="0" marR="0" indent="0" algn="l" defTabSz="2238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300" baseline="0" dirty="0">
                <a:latin typeface="Trebuchet MS" pitchFamily="34" charset="0"/>
              </a:rPr>
              <a:t>The columns in the provided layouts are fixed and cannot be moved but advanced users can modify any layout by going to VIEW and then SLIDE MASTER.</a:t>
            </a:r>
          </a:p>
          <a:p>
            <a:pPr marL="0" marR="0" indent="0" algn="l" defTabSz="2238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300" baseline="0" dirty="0">
              <a:latin typeface="Trebuchet MS" pitchFamily="34" charset="0"/>
            </a:endParaRPr>
          </a:p>
          <a:p>
            <a:pPr defTabSz="2238860"/>
            <a:r>
              <a:rPr lang="en-US" sz="2300" b="1" baseline="0" dirty="0">
                <a:solidFill>
                  <a:srgbClr val="FFFF00"/>
                </a:solidFill>
                <a:latin typeface="Trebuchet MS" pitchFamily="34" charset="0"/>
              </a:rPr>
              <a:t>Importing text and graphics from external sources</a:t>
            </a:r>
          </a:p>
          <a:p>
            <a:pPr defTabSz="2238860"/>
            <a:r>
              <a:rPr lang="en-US" sz="2300" b="1" u="sng" baseline="0" dirty="0">
                <a:latin typeface="Trebuchet MS" pitchFamily="34" charset="0"/>
              </a:rPr>
              <a:t>TEXT: </a:t>
            </a:r>
            <a:r>
              <a:rPr lang="en-US" sz="2300" baseline="0" dirty="0">
                <a:latin typeface="Trebuchet MS" pitchFamily="34" charset="0"/>
              </a:rPr>
              <a:t>Paste or type your text into a pre-existing placeholder or drag in a new placeholder from the left side of the template. Move it anywhere as needed.</a:t>
            </a:r>
          </a:p>
          <a:p>
            <a:pPr defTabSz="2238860"/>
            <a:r>
              <a:rPr lang="en-US" sz="2300" b="1" u="sng" baseline="0" dirty="0">
                <a:latin typeface="Trebuchet MS" pitchFamily="34" charset="0"/>
              </a:rPr>
              <a:t>PHOTOS: </a:t>
            </a:r>
            <a:r>
              <a:rPr lang="en-US" sz="2300" baseline="0" dirty="0">
                <a:latin typeface="Trebuchet MS" pitchFamily="34" charset="0"/>
              </a:rPr>
              <a:t>Drag in a picture placeholder, size it </a:t>
            </a:r>
            <a:r>
              <a:rPr lang="en-US" sz="2300" u="sng" baseline="0" dirty="0">
                <a:latin typeface="Trebuchet MS" pitchFamily="34" charset="0"/>
              </a:rPr>
              <a:t>first</a:t>
            </a:r>
            <a:r>
              <a:rPr lang="en-US" sz="2300" baseline="0" dirty="0">
                <a:latin typeface="Trebuchet MS" pitchFamily="34" charset="0"/>
              </a:rPr>
              <a:t>, click in it and insert a photo from the menu.</a:t>
            </a:r>
          </a:p>
          <a:p>
            <a:pPr defTabSz="2238860"/>
            <a:r>
              <a:rPr lang="en-US" sz="2300" b="1" u="sng" baseline="0" dirty="0">
                <a:latin typeface="Trebuchet MS" pitchFamily="34" charset="0"/>
              </a:rPr>
              <a:t>TABLES: </a:t>
            </a:r>
            <a:r>
              <a:rPr lang="en-US" sz="2300" baseline="0" dirty="0">
                <a:latin typeface="Trebuchet MS" pitchFamily="34" charset="0"/>
              </a:rPr>
              <a:t>You can copy and paste a table from an external document onto this poster template. To adjust  the way the text fits within the cells of a table that has been pasted, </a:t>
            </a:r>
            <a:r>
              <a:rPr lang="en-US" sz="2300" u="sng" baseline="0" dirty="0">
                <a:latin typeface="Trebuchet MS" pitchFamily="34" charset="0"/>
              </a:rPr>
              <a:t>right-click</a:t>
            </a:r>
            <a:r>
              <a:rPr lang="en-US" sz="2300" baseline="0" dirty="0">
                <a:latin typeface="Trebuchet MS" pitchFamily="34" charset="0"/>
              </a:rPr>
              <a:t> on the table, click FORMAT SHAPE  then click on TEXT BOX and change the INTERNAL MARGIN values to 0.25</a:t>
            </a:r>
          </a:p>
          <a:p>
            <a:pPr defTabSz="2238860"/>
            <a:endParaRPr lang="en-US" sz="2300" baseline="0" dirty="0">
              <a:latin typeface="Trebuchet MS" pitchFamily="34" charset="0"/>
            </a:endParaRPr>
          </a:p>
          <a:p>
            <a:pPr defTabSz="2238860"/>
            <a:r>
              <a:rPr lang="en-US" sz="2300" b="1" baseline="0" dirty="0">
                <a:solidFill>
                  <a:srgbClr val="FFFF00"/>
                </a:solidFill>
                <a:latin typeface="Trebuchet MS" pitchFamily="34" charset="0"/>
              </a:rPr>
              <a:t>Modifying the color scheme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To change the color scheme of this template go to the “Design” menu and click on “Colors”. You can choose from the provide color combinations or you can create your own.</a:t>
            </a:r>
          </a:p>
          <a:p>
            <a:pPr defTabSz="2238860"/>
            <a:endParaRPr lang="en-US" sz="2300" baseline="0" dirty="0">
              <a:latin typeface="Trebuchet MS" pitchFamily="34" charset="0"/>
            </a:endParaRPr>
          </a:p>
          <a:p>
            <a:pPr defTabSz="223886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1400" baseline="0" dirty="0">
              <a:latin typeface="Trebuchet MS" pitchFamily="34" charset="0"/>
            </a:endParaRPr>
          </a:p>
          <a:p>
            <a:pPr defTabSz="3134780"/>
            <a:endParaRPr lang="en-US" sz="1400" dirty="0">
              <a:latin typeface="Trebuchet MS" pitchFamily="34" charset="0"/>
            </a:endParaRPr>
          </a:p>
          <a:p>
            <a:pPr algn="ctr"/>
            <a:endParaRPr lang="en-US" sz="14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3134780"/>
            <a:endParaRPr lang="en-US" sz="14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2300" b="1" dirty="0">
              <a:latin typeface="Trebuchet MS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-5201193" y="-19595"/>
            <a:ext cx="5025230" cy="32918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07" tIns="261212" rIns="130607" bIns="130607" rtlCol="0" anchor="t" anchorCtr="0"/>
          <a:lstStyle/>
          <a:p>
            <a:pPr algn="ctr"/>
            <a:r>
              <a:rPr lang="en-US" sz="3100" b="1" dirty="0">
                <a:solidFill>
                  <a:schemeClr val="bg1"/>
                </a:solidFill>
                <a:latin typeface="Trebuchet MS" pitchFamily="34" charset="0"/>
              </a:rPr>
              <a:t>QUICK DESIGN</a:t>
            </a:r>
            <a:r>
              <a:rPr lang="en-US" sz="3100" b="1" baseline="0" dirty="0">
                <a:solidFill>
                  <a:schemeClr val="bg1"/>
                </a:solidFill>
                <a:latin typeface="Trebuchet MS" pitchFamily="34" charset="0"/>
              </a:rPr>
              <a:t> </a:t>
            </a:r>
            <a:r>
              <a:rPr lang="en-US" sz="3100" b="1" dirty="0">
                <a:solidFill>
                  <a:schemeClr val="bg1"/>
                </a:solidFill>
                <a:latin typeface="Trebuchet MS" pitchFamily="34" charset="0"/>
              </a:rPr>
              <a:t>GUIDE</a:t>
            </a:r>
          </a:p>
          <a:p>
            <a:pPr algn="ctr"/>
            <a:r>
              <a:rPr lang="en-US" sz="2900" b="1" dirty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2300" b="1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This PowerPoint</a:t>
            </a:r>
            <a:r>
              <a:rPr lang="en-US" sz="2300" baseline="0" dirty="0"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2007 template produces</a:t>
            </a:r>
            <a:r>
              <a:rPr lang="en-US" sz="2300" baseline="0" dirty="0"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a 36”x48” professional  poster. It</a:t>
            </a:r>
            <a:r>
              <a:rPr lang="en-US" sz="2300" baseline="0" dirty="0"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will save you valuable time placing titles, subtitles,</a:t>
            </a:r>
            <a:r>
              <a:rPr lang="en-US" sz="2300" baseline="0" dirty="0">
                <a:latin typeface="Trebuchet MS" pitchFamily="34" charset="0"/>
              </a:rPr>
              <a:t> text, and graphics</a:t>
            </a:r>
            <a:r>
              <a:rPr lang="en-US" sz="2300" dirty="0">
                <a:latin typeface="Trebuchet MS" pitchFamily="34" charset="0"/>
              </a:rPr>
              <a:t>. </a:t>
            </a: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Use it to create your presentation. Then send</a:t>
            </a:r>
            <a:r>
              <a:rPr lang="en-US" sz="2300" baseline="0" dirty="0">
                <a:latin typeface="Trebuchet MS" pitchFamily="34" charset="0"/>
              </a:rPr>
              <a:t> it </a:t>
            </a:r>
            <a:r>
              <a:rPr lang="en-US" sz="2300" dirty="0">
                <a:latin typeface="Trebuchet MS" pitchFamily="34" charset="0"/>
              </a:rPr>
              <a:t>to </a:t>
            </a:r>
            <a:r>
              <a:rPr lang="en-US" sz="2300" b="1" dirty="0">
                <a:latin typeface="Trebuchet MS" pitchFamily="34" charset="0"/>
              </a:rPr>
              <a:t>PosterPresentations.com</a:t>
            </a:r>
            <a:r>
              <a:rPr lang="en-US" sz="2300" dirty="0">
                <a:latin typeface="Trebuchet MS" pitchFamily="34" charset="0"/>
              </a:rPr>
              <a:t> for premium quality, same day affordable printing.</a:t>
            </a:r>
            <a:br>
              <a:rPr lang="en-US" sz="2300" dirty="0">
                <a:latin typeface="Trebuchet MS" pitchFamily="34" charset="0"/>
              </a:rPr>
            </a:br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We provide a series of </a:t>
            </a:r>
            <a:r>
              <a:rPr lang="en-US" sz="2300" b="1" dirty="0">
                <a:latin typeface="Trebuchet MS" pitchFamily="34" charset="0"/>
              </a:rPr>
              <a:t>online tutorials</a:t>
            </a:r>
            <a:r>
              <a:rPr lang="en-US" sz="2300" dirty="0">
                <a:latin typeface="Trebuchet MS" pitchFamily="34" charset="0"/>
              </a:rPr>
              <a:t> that will guide you through the poster design process and answer your poster production questions. </a:t>
            </a: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View our online</a:t>
            </a:r>
            <a:r>
              <a:rPr lang="en-US" sz="2300" baseline="0" dirty="0">
                <a:latin typeface="Trebuchet MS" pitchFamily="34" charset="0"/>
              </a:rPr>
              <a:t> tutorials at:</a:t>
            </a:r>
            <a:br>
              <a:rPr lang="en-US" sz="2300" dirty="0">
                <a:latin typeface="Trebuchet MS" pitchFamily="34" charset="0"/>
              </a:rPr>
            </a:br>
            <a:r>
              <a:rPr lang="en-US" sz="2300" dirty="0">
                <a:solidFill>
                  <a:srgbClr val="FFFF00"/>
                </a:solidFill>
                <a:latin typeface="Trebuchet MS" pitchFamily="34" charset="0"/>
              </a:rPr>
              <a:t> http://bit.ly/Poster_creation_help </a:t>
            </a:r>
            <a:br>
              <a:rPr lang="en-US" sz="2300" dirty="0">
                <a:latin typeface="Trebuchet MS" pitchFamily="34" charset="0"/>
              </a:rPr>
            </a:br>
            <a:r>
              <a:rPr lang="en-US" sz="2300" dirty="0">
                <a:latin typeface="Trebuchet MS" pitchFamily="34" charset="0"/>
              </a:rPr>
              <a:t>(copy</a:t>
            </a:r>
            <a:r>
              <a:rPr lang="en-US" sz="2300" baseline="0" dirty="0">
                <a:latin typeface="Trebuchet MS" pitchFamily="34" charset="0"/>
              </a:rPr>
              <a:t> and paste the link into your web browser).</a:t>
            </a: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For assistance and to order your printed poster</a:t>
            </a:r>
            <a:r>
              <a:rPr lang="en-US" sz="2300" dirty="0">
                <a:solidFill>
                  <a:schemeClr val="bg1"/>
                </a:solidFill>
                <a:latin typeface="Trebuchet MS" pitchFamily="34" charset="0"/>
              </a:rPr>
              <a:t> call </a:t>
            </a:r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PosterPresentations.com</a:t>
            </a:r>
            <a:r>
              <a:rPr lang="en-US" sz="2300" dirty="0">
                <a:solidFill>
                  <a:srgbClr val="FFFF00"/>
                </a:solidFill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at </a:t>
            </a:r>
            <a:r>
              <a:rPr lang="en-US" sz="2900" b="1" dirty="0">
                <a:solidFill>
                  <a:srgbClr val="FFFF00"/>
                </a:solidFill>
                <a:latin typeface="Trebuchet MS" pitchFamily="34" charset="0"/>
              </a:rPr>
              <a:t>1.866.649.3004</a:t>
            </a:r>
          </a:p>
          <a:p>
            <a:pPr defTabSz="3134780"/>
            <a:endParaRPr lang="en-US" sz="29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endParaRPr lang="en-US" sz="29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3100" b="1" dirty="0">
                <a:solidFill>
                  <a:schemeClr val="bg1"/>
                </a:solidFill>
                <a:latin typeface="Trebuchet MS" pitchFamily="34" charset="0"/>
              </a:rPr>
              <a:t>Object Placeholders</a:t>
            </a: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Use the placeholders provided below to add new elements to your poster:</a:t>
            </a:r>
            <a:r>
              <a:rPr lang="en-US" sz="2300" baseline="0" dirty="0"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Drag a placeholder onto the</a:t>
            </a:r>
            <a:r>
              <a:rPr lang="en-US" sz="2300" baseline="0" dirty="0">
                <a:latin typeface="Trebuchet MS" pitchFamily="34" charset="0"/>
              </a:rPr>
              <a:t> poster area,</a:t>
            </a:r>
            <a:r>
              <a:rPr lang="en-US" sz="2300" dirty="0">
                <a:latin typeface="Trebuchet MS" pitchFamily="34" charset="0"/>
              </a:rPr>
              <a:t> size it, and click it to edit.</a:t>
            </a: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Section Header placeholder</a:t>
            </a:r>
          </a:p>
          <a:p>
            <a:pPr defTabSz="3134780"/>
            <a:r>
              <a:rPr lang="en-US" sz="2300" dirty="0">
                <a:latin typeface="Trebuchet MS" pitchFamily="34" charset="0"/>
              </a:rPr>
              <a:t>Move</a:t>
            </a:r>
            <a:r>
              <a:rPr lang="en-US" sz="2300" baseline="0" dirty="0">
                <a:latin typeface="Trebuchet MS" pitchFamily="34" charset="0"/>
              </a:rPr>
              <a:t> this preformatted section header placeholder to the poster area to add another section header. Use section headers to separate topics or concepts within your presentation. </a:t>
            </a: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endParaRPr lang="en-US" sz="23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Text placeholder</a:t>
            </a:r>
          </a:p>
          <a:p>
            <a:pPr defTabSz="3134780"/>
            <a:r>
              <a:rPr lang="en-US" sz="2300" baseline="0" dirty="0">
                <a:latin typeface="Trebuchet MS" pitchFamily="34" charset="0"/>
              </a:rPr>
              <a:t>Move this preformatted text placeholder to the poster to add a new body of text.</a:t>
            </a: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="1" baseline="0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r>
              <a:rPr lang="en-US" sz="2300" b="1" baseline="0" dirty="0">
                <a:solidFill>
                  <a:srgbClr val="FFFF00"/>
                </a:solidFill>
                <a:latin typeface="Trebuchet MS" pitchFamily="34" charset="0"/>
              </a:rPr>
              <a:t>Picture placeholder</a:t>
            </a:r>
          </a:p>
          <a:p>
            <a:pPr defTabSz="3134780"/>
            <a:r>
              <a:rPr lang="en-US" sz="2300" baseline="0" dirty="0">
                <a:latin typeface="Trebuchet MS" pitchFamily="34" charset="0"/>
              </a:rPr>
              <a:t>Move this graphic placeholder onto your poster, size it first, and then click it to add a picture to the poster.</a:t>
            </a: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algn="ctr"/>
            <a:endParaRPr lang="en-US" sz="23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3134780"/>
            <a:endParaRPr lang="en-US" sz="23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3100" b="1" dirty="0">
              <a:latin typeface="Trebuchet MS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-5185244" y="21297016"/>
            <a:ext cx="5009281" cy="7772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04" tIns="32651" rIns="65304" bIns="32651" rtlCol="0" anchor="ctr"/>
          <a:lstStyle/>
          <a:p>
            <a:pPr algn="ctr"/>
            <a:endParaRPr lang="en-US" sz="2001" dirty="0"/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549123" y="15525146"/>
            <a:ext cx="2370684" cy="305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671465" y="13118823"/>
            <a:ext cx="295275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32" name="TextBox 31"/>
          <p:cNvSpPr txBox="1"/>
          <p:nvPr/>
        </p:nvSpPr>
        <p:spPr>
          <a:xfrm>
            <a:off x="22243872" y="30588809"/>
            <a:ext cx="4580144" cy="1574045"/>
          </a:xfrm>
          <a:prstGeom prst="rect">
            <a:avLst/>
          </a:prstGeom>
          <a:noFill/>
        </p:spPr>
        <p:txBody>
          <a:bodyPr wrap="square" lIns="65304" tIns="32651" rIns="65304" bIns="32651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© 2011 PosterPresentations.com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en-US" sz="2600" dirty="0">
                <a:solidFill>
                  <a:schemeClr val="bg1"/>
                </a:solidFill>
              </a:rPr>
              <a:t>    </a:t>
            </a:r>
            <a:r>
              <a:rPr lang="en-US" sz="2300" dirty="0">
                <a:solidFill>
                  <a:schemeClr val="bg1"/>
                </a:solidFill>
              </a:rPr>
              <a:t>2117 Fourth Street ,</a:t>
            </a:r>
            <a:r>
              <a:rPr lang="en-US" sz="2300" baseline="0" dirty="0">
                <a:solidFill>
                  <a:schemeClr val="bg1"/>
                </a:solidFill>
              </a:rPr>
              <a:t> Unit C</a:t>
            </a:r>
            <a:br>
              <a:rPr lang="en-US" sz="2300" baseline="0" dirty="0">
                <a:solidFill>
                  <a:schemeClr val="bg1"/>
                </a:solidFill>
              </a:rPr>
            </a:br>
            <a:r>
              <a:rPr lang="en-US" sz="2300" baseline="0" dirty="0">
                <a:solidFill>
                  <a:schemeClr val="bg1"/>
                </a:solidFill>
              </a:rPr>
              <a:t>    Berkeley CA 94710</a:t>
            </a:r>
            <a:br>
              <a:rPr lang="en-US" sz="2300" baseline="0" dirty="0">
                <a:solidFill>
                  <a:schemeClr val="bg1"/>
                </a:solidFill>
              </a:rPr>
            </a:br>
            <a:r>
              <a:rPr lang="en-US" sz="2300" baseline="0" dirty="0">
                <a:solidFill>
                  <a:schemeClr val="bg1"/>
                </a:solidFill>
              </a:rPr>
              <a:t>    </a:t>
            </a:r>
            <a:r>
              <a:rPr lang="en-US" sz="2300" b="1" baseline="0" dirty="0">
                <a:solidFill>
                  <a:srgbClr val="FFFF00"/>
                </a:solidFill>
              </a:rPr>
              <a:t>posterpresenter@gmail.com</a:t>
            </a:r>
            <a:endParaRPr lang="en-US" sz="2600" b="1" dirty="0">
              <a:solidFill>
                <a:srgbClr val="FFFF00"/>
              </a:solidFill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-5119928" y="31696521"/>
            <a:ext cx="4885699" cy="1361910"/>
            <a:chOff x="44242388" y="28054064"/>
            <a:chExt cx="9771398" cy="1361909"/>
          </a:xfrm>
        </p:grpSpPr>
        <p:sp>
          <p:nvSpPr>
            <p:cNvPr id="34" name="Rounded Rectangle 33"/>
            <p:cNvSpPr/>
            <p:nvPr userDrawn="1"/>
          </p:nvSpPr>
          <p:spPr>
            <a:xfrm>
              <a:off x="44242388" y="28054064"/>
              <a:ext cx="9771397" cy="109062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1"/>
            </a:p>
          </p:txBody>
        </p:sp>
        <p:pic>
          <p:nvPicPr>
            <p:cNvPr id="35" name="Picture 7" descr="http://t2.gstatic.com/images?q=tbn:ANd9GcR4APHC6TT9w54M2zn_pvCiBxUNcspYPoVxirLRphBoJabfSvu7zw">
              <a:hlinkClick r:id="rId7"/>
            </p:cNvPr>
            <p:cNvPicPr>
              <a:picLocks noChangeAspect="1" noChangeArrowheads="1"/>
            </p:cNvPicPr>
            <p:nvPr userDrawn="1"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4341112" y="28126635"/>
              <a:ext cx="914400" cy="914400"/>
            </a:xfrm>
            <a:prstGeom prst="rect">
              <a:avLst/>
            </a:prstGeom>
            <a:noFill/>
          </p:spPr>
        </p:pic>
        <p:sp>
          <p:nvSpPr>
            <p:cNvPr id="36" name="TextBox 35"/>
            <p:cNvSpPr txBox="1"/>
            <p:nvPr userDrawn="1"/>
          </p:nvSpPr>
          <p:spPr>
            <a:xfrm>
              <a:off x="45342600" y="28154090"/>
              <a:ext cx="8671186" cy="126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solidFill>
                    <a:schemeClr val="tx2"/>
                  </a:solidFill>
                  <a:latin typeface="Trebuchet MS" pitchFamily="34" charset="0"/>
                </a:rPr>
                <a:t>Student</a:t>
              </a:r>
              <a: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  <a:t> discounts are available on our </a:t>
              </a:r>
              <a:r>
                <a:rPr lang="en-US" sz="1900" baseline="0" dirty="0" err="1">
                  <a:solidFill>
                    <a:schemeClr val="tx2"/>
                  </a:solidFill>
                  <a:latin typeface="Trebuchet MS" pitchFamily="34" charset="0"/>
                </a:rPr>
                <a:t>Facebook</a:t>
              </a:r>
              <a: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  <a:t> page.</a:t>
              </a:r>
              <a:b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</a:br>
              <a: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  <a:t>Go to </a:t>
              </a:r>
              <a:r>
                <a:rPr lang="en-US" sz="1900" u="sng" baseline="0" dirty="0">
                  <a:solidFill>
                    <a:schemeClr val="tx2"/>
                  </a:solidFill>
                  <a:latin typeface="Trebuchet MS" pitchFamily="34" charset="0"/>
                </a:rPr>
                <a:t>PosterPresentations.com</a:t>
              </a:r>
              <a: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  <a:t> and click on the FB icon. </a:t>
              </a:r>
              <a:endParaRPr lang="en-US" sz="1900" dirty="0">
                <a:solidFill>
                  <a:schemeClr val="tx2"/>
                </a:solidFill>
                <a:latin typeface="Trebuchet MS" pitchFamily="34" charset="0"/>
              </a:endParaRPr>
            </a:p>
          </p:txBody>
        </p:sp>
      </p:grpSp>
      <p:cxnSp>
        <p:nvCxnSpPr>
          <p:cNvPr id="37" name="Straight Connector 36"/>
          <p:cNvCxnSpPr/>
          <p:nvPr/>
        </p:nvCxnSpPr>
        <p:spPr>
          <a:xfrm>
            <a:off x="22111064" y="30500135"/>
            <a:ext cx="5025230" cy="15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-5185244" y="11582401"/>
            <a:ext cx="5009281" cy="16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22127013" y="4841859"/>
            <a:ext cx="5009281" cy="16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765" r:id="rId3"/>
  </p:sldLayoutIdLst>
  <p:txStyles>
    <p:titleStyle>
      <a:lvl1pPr algn="ctr" defTabSz="3134552" rtl="0" eaLnBrk="1" latinLnBrk="0" hangingPunct="1">
        <a:spcBef>
          <a:spcPct val="0"/>
        </a:spcBef>
        <a:buNone/>
        <a:defRPr sz="63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</p:titleStyle>
    <p:bodyStyle>
      <a:lvl1pPr marL="1175457" indent="-1175457" algn="l" defTabSz="3134552" rtl="0" eaLnBrk="1" latinLnBrk="0" hangingPunct="1">
        <a:spcBef>
          <a:spcPct val="20000"/>
        </a:spcBef>
        <a:buFont typeface="Arial" pitchFamily="34" charset="0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46824" indent="-979547" algn="l" defTabSz="3134552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3918191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3pPr>
      <a:lvl4pPr marL="5485468" indent="-783639" algn="l" defTabSz="3134552" rtl="0" eaLnBrk="1" latinLnBrk="0" hangingPunct="1">
        <a:spcBef>
          <a:spcPct val="20000"/>
        </a:spcBef>
        <a:buFont typeface="Arial" pitchFamily="34" charset="0"/>
        <a:buChar char="–"/>
        <a:defRPr sz="6900" kern="1200">
          <a:solidFill>
            <a:schemeClr val="tx1"/>
          </a:solidFill>
          <a:latin typeface="+mn-lt"/>
          <a:ea typeface="+mn-ea"/>
          <a:cs typeface="+mn-cs"/>
        </a:defRPr>
      </a:lvl4pPr>
      <a:lvl5pPr marL="7052744" indent="-783639" algn="l" defTabSz="3134552" rtl="0" eaLnBrk="1" latinLnBrk="0" hangingPunct="1">
        <a:spcBef>
          <a:spcPct val="20000"/>
        </a:spcBef>
        <a:buFont typeface="Arial" pitchFamily="34" charset="0"/>
        <a:buChar char="»"/>
        <a:defRPr sz="6900" kern="1200">
          <a:solidFill>
            <a:schemeClr val="tx1"/>
          </a:solidFill>
          <a:latin typeface="+mn-lt"/>
          <a:ea typeface="+mn-ea"/>
          <a:cs typeface="+mn-cs"/>
        </a:defRPr>
      </a:lvl5pPr>
      <a:lvl6pPr marL="8620020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6pPr>
      <a:lvl7pPr marL="10187296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7pPr>
      <a:lvl8pPr marL="11754573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8pPr>
      <a:lvl9pPr marL="13321849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567277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2pPr>
      <a:lvl3pPr marL="3134552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3pPr>
      <a:lvl4pPr marL="4701829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4pPr>
      <a:lvl5pPr marL="6269105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5pPr>
      <a:lvl6pPr marL="7836382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6pPr>
      <a:lvl7pPr marL="9403659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7pPr>
      <a:lvl8pPr marL="10970935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8pPr>
      <a:lvl9pPr marL="12538212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0" y="1"/>
            <a:ext cx="21945600" cy="480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8" name="Rectangle 33"/>
          <p:cNvSpPr>
            <a:spLocks noChangeArrowheads="1"/>
          </p:cNvSpPr>
          <p:nvPr/>
        </p:nvSpPr>
        <p:spPr bwMode="auto">
          <a:xfrm>
            <a:off x="457202" y="5257800"/>
            <a:ext cx="5029201" cy="267462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4805364"/>
            <a:ext cx="21945600" cy="15240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52400">
            <a:noFill/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409577" y="32232603"/>
            <a:ext cx="1257300" cy="37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5180" tIns="32584" rIns="65180" bIns="32584">
            <a:spAutoFit/>
          </a:bodyPr>
          <a:lstStyle/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4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RESEARCH POSTER PRESENTATION DESIGN © 2011</a:t>
            </a:r>
          </a:p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8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www.PosterPresentations.com</a:t>
            </a:r>
          </a:p>
        </p:txBody>
      </p:sp>
      <p:sp>
        <p:nvSpPr>
          <p:cNvPr id="15" name="Rectangle 35"/>
          <p:cNvSpPr>
            <a:spLocks noChangeArrowheads="1"/>
          </p:cNvSpPr>
          <p:nvPr/>
        </p:nvSpPr>
        <p:spPr bwMode="auto">
          <a:xfrm>
            <a:off x="16459200" y="5257800"/>
            <a:ext cx="5029201" cy="267462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791200" y="5257800"/>
            <a:ext cx="10362408" cy="267462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27" name="Rectangle 26"/>
          <p:cNvSpPr/>
          <p:nvPr/>
        </p:nvSpPr>
        <p:spPr>
          <a:xfrm>
            <a:off x="22111064" y="2"/>
            <a:ext cx="5025230" cy="32918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07" tIns="261212" rIns="130607" bIns="130607" rtlCol="0" anchor="t" anchorCtr="0"/>
          <a:lstStyle/>
          <a:p>
            <a:pPr algn="ctr"/>
            <a:r>
              <a:rPr lang="en-US" sz="2900" b="1" dirty="0">
                <a:solidFill>
                  <a:schemeClr val="bg1"/>
                </a:solidFill>
                <a:latin typeface="Trebuchet MS" pitchFamily="34" charset="0"/>
              </a:rPr>
              <a:t>QUICK</a:t>
            </a:r>
            <a:r>
              <a:rPr lang="en-US" sz="2900" b="1" baseline="0" dirty="0">
                <a:solidFill>
                  <a:schemeClr val="bg1"/>
                </a:solidFill>
                <a:latin typeface="Trebuchet MS" pitchFamily="34" charset="0"/>
              </a:rPr>
              <a:t> TIPS</a:t>
            </a:r>
            <a:endParaRPr lang="en-US" sz="29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r>
              <a:rPr lang="en-US" sz="2900" b="1" dirty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2300" b="1" dirty="0">
              <a:latin typeface="Trebuchet MS" pitchFamily="34" charset="0"/>
            </a:endParaRPr>
          </a:p>
          <a:p>
            <a:pPr defTabSz="2238860"/>
            <a:r>
              <a:rPr lang="en-US" sz="2300" dirty="0">
                <a:latin typeface="Trebuchet MS" pitchFamily="34" charset="0"/>
              </a:rPr>
              <a:t>This PowerPoint</a:t>
            </a:r>
            <a:r>
              <a:rPr lang="en-US" sz="2300" baseline="0" dirty="0">
                <a:latin typeface="Trebuchet MS" pitchFamily="34" charset="0"/>
              </a:rPr>
              <a:t> template requires basic PowerPoint (version 2007 or newer) skills. Below is a list of commonly asked questions specific to this template. </a:t>
            </a:r>
            <a:br>
              <a:rPr lang="en-US" sz="2300" baseline="0" dirty="0">
                <a:latin typeface="Trebuchet MS" pitchFamily="34" charset="0"/>
              </a:rPr>
            </a:br>
            <a:r>
              <a:rPr lang="en-US" sz="2300" baseline="0" dirty="0">
                <a:latin typeface="Trebuchet MS" pitchFamily="34" charset="0"/>
              </a:rPr>
              <a:t>If you are using an older version of PowerPoint some template features may not work properly.</a:t>
            </a:r>
            <a:endParaRPr lang="en-US" sz="29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2238860"/>
            <a:endParaRPr lang="en-US" sz="29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2900" b="1" dirty="0">
                <a:solidFill>
                  <a:schemeClr val="bg1"/>
                </a:solidFill>
                <a:latin typeface="Trebuchet MS" pitchFamily="34" charset="0"/>
              </a:rPr>
              <a:t>Using the template</a:t>
            </a:r>
            <a:endParaRPr lang="en-US" sz="2900" b="1" baseline="0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2300" b="1" dirty="0">
              <a:solidFill>
                <a:srgbClr val="FFFF00"/>
              </a:solidFill>
              <a:latin typeface="Trebuchet MS" pitchFamily="34" charset="0"/>
            </a:endParaRPr>
          </a:p>
          <a:p>
            <a:pPr marL="0" marR="0" indent="0" algn="l" defTabSz="2238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Verifying the quality of your graphics</a:t>
            </a:r>
          </a:p>
          <a:p>
            <a:pPr defTabSz="2238860"/>
            <a:r>
              <a:rPr lang="en-US" sz="2300" dirty="0">
                <a:latin typeface="Trebuchet MS" pitchFamily="34" charset="0"/>
              </a:rPr>
              <a:t>Go to the </a:t>
            </a:r>
            <a:r>
              <a:rPr lang="en-US" sz="2300" baseline="0" dirty="0">
                <a:latin typeface="Trebuchet MS" pitchFamily="34" charset="0"/>
              </a:rPr>
              <a:t>VIEW menu and click on ZOOM to set your preferred magnification. This template is at 100% the size of the final poster. All text and graphics will be printed at 100% their size. To see what your poster will look like when printed, set the zoom to 100% and evaluate the quality of all your graphics before you submit your poster for printing.</a:t>
            </a:r>
            <a:br>
              <a:rPr lang="en-US" sz="2300" baseline="0" dirty="0">
                <a:latin typeface="Trebuchet MS" pitchFamily="34" charset="0"/>
              </a:rPr>
            </a:br>
            <a:endParaRPr lang="en-US" sz="2300" baseline="0" dirty="0">
              <a:latin typeface="Trebuchet MS" pitchFamily="34" charset="0"/>
            </a:endParaRPr>
          </a:p>
          <a:p>
            <a:pPr defTabSz="2238860"/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Using the placeholders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To add text to this template click inside a placeholder and type in or paste your text. To move a placeholder, click on it </a:t>
            </a:r>
            <a:r>
              <a:rPr lang="en-US" sz="2300" u="sng" baseline="0" dirty="0">
                <a:latin typeface="Trebuchet MS" pitchFamily="34" charset="0"/>
              </a:rPr>
              <a:t>once</a:t>
            </a:r>
            <a:r>
              <a:rPr lang="en-US" sz="2300" baseline="0" dirty="0">
                <a:latin typeface="Trebuchet MS" pitchFamily="34" charset="0"/>
              </a:rPr>
              <a:t> (to select it), place your cursor on its frame and your cursor will change to this symbol:         Then, click </a:t>
            </a:r>
            <a:r>
              <a:rPr lang="en-US" sz="2300" u="sng" baseline="0" dirty="0">
                <a:latin typeface="Trebuchet MS" pitchFamily="34" charset="0"/>
              </a:rPr>
              <a:t>once</a:t>
            </a:r>
            <a:r>
              <a:rPr lang="en-US" sz="2300" baseline="0" dirty="0">
                <a:latin typeface="Trebuchet MS" pitchFamily="34" charset="0"/>
              </a:rPr>
              <a:t> and drag it to its new location where you can resize it as needed. Additional placeholders can be found on the left side of this template.</a:t>
            </a:r>
          </a:p>
          <a:p>
            <a:pPr defTabSz="2238860"/>
            <a:endParaRPr lang="en-US" sz="2300" b="1" baseline="0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2238860"/>
            <a:r>
              <a:rPr lang="en-US" sz="2300" b="1" baseline="0" dirty="0">
                <a:solidFill>
                  <a:srgbClr val="FFFF00"/>
                </a:solidFill>
                <a:latin typeface="Trebuchet MS" pitchFamily="34" charset="0"/>
              </a:rPr>
              <a:t>Modifying the layout</a:t>
            </a:r>
          </a:p>
          <a:p>
            <a:pPr defTabSz="2238860"/>
            <a:r>
              <a:rPr lang="en-US" sz="2300" dirty="0">
                <a:latin typeface="Trebuchet MS" pitchFamily="34" charset="0"/>
              </a:rPr>
              <a:t>This template has four</a:t>
            </a:r>
            <a:endParaRPr lang="en-US" sz="2300" baseline="0" dirty="0">
              <a:latin typeface="Trebuchet MS" pitchFamily="34" charset="0"/>
            </a:endParaRP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different column layouts. </a:t>
            </a:r>
          </a:p>
          <a:p>
            <a:pPr defTabSz="2238860"/>
            <a:r>
              <a:rPr lang="en-US" sz="2300" u="sng" baseline="0" dirty="0">
                <a:latin typeface="Trebuchet MS" pitchFamily="34" charset="0"/>
              </a:rPr>
              <a:t>Right-click</a:t>
            </a:r>
            <a:r>
              <a:rPr lang="en-US" sz="2300" baseline="0" dirty="0">
                <a:latin typeface="Trebuchet MS" pitchFamily="34" charset="0"/>
              </a:rPr>
              <a:t> your mouse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on the background and 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click on “Layout” to see 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the layout options.</a:t>
            </a:r>
            <a:endParaRPr lang="en-US" sz="2300" dirty="0">
              <a:latin typeface="Trebuchet MS" pitchFamily="34" charset="0"/>
            </a:endParaRPr>
          </a:p>
          <a:p>
            <a:pPr marL="0" marR="0" indent="0" algn="l" defTabSz="2238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300" baseline="0" dirty="0">
                <a:latin typeface="Trebuchet MS" pitchFamily="34" charset="0"/>
              </a:rPr>
              <a:t>The columns in the provided layouts are fixed and cannot be moved but advanced users can modify any layout by going to VIEW and then SLIDE MASTER.</a:t>
            </a:r>
          </a:p>
          <a:p>
            <a:pPr marL="0" marR="0" indent="0" algn="l" defTabSz="2238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300" baseline="0" dirty="0">
              <a:latin typeface="Trebuchet MS" pitchFamily="34" charset="0"/>
            </a:endParaRPr>
          </a:p>
          <a:p>
            <a:pPr defTabSz="2238860"/>
            <a:r>
              <a:rPr lang="en-US" sz="2300" b="1" baseline="0" dirty="0">
                <a:solidFill>
                  <a:srgbClr val="FFFF00"/>
                </a:solidFill>
                <a:latin typeface="Trebuchet MS" pitchFamily="34" charset="0"/>
              </a:rPr>
              <a:t>Importing text and graphics from external sources</a:t>
            </a:r>
          </a:p>
          <a:p>
            <a:pPr defTabSz="2238860"/>
            <a:r>
              <a:rPr lang="en-US" sz="2300" b="1" u="sng" baseline="0" dirty="0">
                <a:latin typeface="Trebuchet MS" pitchFamily="34" charset="0"/>
              </a:rPr>
              <a:t>TEXT: </a:t>
            </a:r>
            <a:r>
              <a:rPr lang="en-US" sz="2300" baseline="0" dirty="0">
                <a:latin typeface="Trebuchet MS" pitchFamily="34" charset="0"/>
              </a:rPr>
              <a:t>Paste or type your text into a pre-existing placeholder or drag in a new placeholder from the left side of the template. Move it anywhere as needed.</a:t>
            </a:r>
          </a:p>
          <a:p>
            <a:pPr defTabSz="2238860"/>
            <a:r>
              <a:rPr lang="en-US" sz="2300" b="1" u="sng" baseline="0" dirty="0">
                <a:latin typeface="Trebuchet MS" pitchFamily="34" charset="0"/>
              </a:rPr>
              <a:t>PHOTOS: </a:t>
            </a:r>
            <a:r>
              <a:rPr lang="en-US" sz="2300" baseline="0" dirty="0">
                <a:latin typeface="Trebuchet MS" pitchFamily="34" charset="0"/>
              </a:rPr>
              <a:t>Drag in a picture placeholder, size it </a:t>
            </a:r>
            <a:r>
              <a:rPr lang="en-US" sz="2300" u="sng" baseline="0" dirty="0">
                <a:latin typeface="Trebuchet MS" pitchFamily="34" charset="0"/>
              </a:rPr>
              <a:t>first</a:t>
            </a:r>
            <a:r>
              <a:rPr lang="en-US" sz="2300" baseline="0" dirty="0">
                <a:latin typeface="Trebuchet MS" pitchFamily="34" charset="0"/>
              </a:rPr>
              <a:t>, click in it and insert a photo from the menu.</a:t>
            </a:r>
          </a:p>
          <a:p>
            <a:pPr defTabSz="2238860"/>
            <a:r>
              <a:rPr lang="en-US" sz="2300" b="1" u="sng" baseline="0" dirty="0">
                <a:latin typeface="Trebuchet MS" pitchFamily="34" charset="0"/>
              </a:rPr>
              <a:t>TABLES: </a:t>
            </a:r>
            <a:r>
              <a:rPr lang="en-US" sz="2300" baseline="0" dirty="0">
                <a:latin typeface="Trebuchet MS" pitchFamily="34" charset="0"/>
              </a:rPr>
              <a:t>You can copy and paste a table from an external document onto this poster template. To adjust  the way the text fits within the cells of a table that has been pasted, </a:t>
            </a:r>
            <a:r>
              <a:rPr lang="en-US" sz="2300" u="sng" baseline="0" dirty="0">
                <a:latin typeface="Trebuchet MS" pitchFamily="34" charset="0"/>
              </a:rPr>
              <a:t>right-click</a:t>
            </a:r>
            <a:r>
              <a:rPr lang="en-US" sz="2300" baseline="0" dirty="0">
                <a:latin typeface="Trebuchet MS" pitchFamily="34" charset="0"/>
              </a:rPr>
              <a:t> on the table, click FORMAT SHAPE  then click on TEXT BOX and change the INTERNAL MARGIN values to 0.25</a:t>
            </a:r>
          </a:p>
          <a:p>
            <a:pPr defTabSz="2238860"/>
            <a:endParaRPr lang="en-US" sz="2300" baseline="0" dirty="0">
              <a:latin typeface="Trebuchet MS" pitchFamily="34" charset="0"/>
            </a:endParaRPr>
          </a:p>
          <a:p>
            <a:pPr defTabSz="2238860"/>
            <a:r>
              <a:rPr lang="en-US" sz="2300" b="1" baseline="0" dirty="0">
                <a:solidFill>
                  <a:srgbClr val="FFFF00"/>
                </a:solidFill>
                <a:latin typeface="Trebuchet MS" pitchFamily="34" charset="0"/>
              </a:rPr>
              <a:t>Modifying the color scheme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To change the color scheme of this template go to the “Design” menu and click on “Colors”. You can choose from the provide color combinations or you can create your own.</a:t>
            </a:r>
          </a:p>
          <a:p>
            <a:pPr defTabSz="2238860"/>
            <a:endParaRPr lang="en-US" sz="2300" baseline="0" dirty="0">
              <a:latin typeface="Trebuchet MS" pitchFamily="34" charset="0"/>
            </a:endParaRPr>
          </a:p>
          <a:p>
            <a:pPr defTabSz="223886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1400" baseline="0" dirty="0">
              <a:latin typeface="Trebuchet MS" pitchFamily="34" charset="0"/>
            </a:endParaRPr>
          </a:p>
          <a:p>
            <a:pPr defTabSz="3134780"/>
            <a:endParaRPr lang="en-US" sz="1400" dirty="0">
              <a:latin typeface="Trebuchet MS" pitchFamily="34" charset="0"/>
            </a:endParaRPr>
          </a:p>
          <a:p>
            <a:pPr algn="ctr"/>
            <a:endParaRPr lang="en-US" sz="14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3134780"/>
            <a:endParaRPr lang="en-US" sz="14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2300" b="1" dirty="0">
              <a:latin typeface="Trebuchet MS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-5201193" y="-19595"/>
            <a:ext cx="5025230" cy="32918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07" tIns="261212" rIns="130607" bIns="130607" rtlCol="0" anchor="t" anchorCtr="0"/>
          <a:lstStyle/>
          <a:p>
            <a:pPr algn="ctr"/>
            <a:r>
              <a:rPr lang="en-US" sz="3100" b="1" dirty="0">
                <a:solidFill>
                  <a:schemeClr val="bg1"/>
                </a:solidFill>
                <a:latin typeface="Trebuchet MS" pitchFamily="34" charset="0"/>
              </a:rPr>
              <a:t>QUICK DESIGN</a:t>
            </a:r>
            <a:r>
              <a:rPr lang="en-US" sz="3100" b="1" baseline="0" dirty="0">
                <a:solidFill>
                  <a:schemeClr val="bg1"/>
                </a:solidFill>
                <a:latin typeface="Trebuchet MS" pitchFamily="34" charset="0"/>
              </a:rPr>
              <a:t> </a:t>
            </a:r>
            <a:r>
              <a:rPr lang="en-US" sz="3100" b="1" dirty="0">
                <a:solidFill>
                  <a:schemeClr val="bg1"/>
                </a:solidFill>
                <a:latin typeface="Trebuchet MS" pitchFamily="34" charset="0"/>
              </a:rPr>
              <a:t>GUIDE</a:t>
            </a:r>
          </a:p>
          <a:p>
            <a:pPr algn="ctr"/>
            <a:r>
              <a:rPr lang="en-US" sz="2900" b="1" dirty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2300" b="1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This PowerPoint</a:t>
            </a:r>
            <a:r>
              <a:rPr lang="en-US" sz="2300" baseline="0" dirty="0"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2007 template produces</a:t>
            </a:r>
            <a:r>
              <a:rPr lang="en-US" sz="2300" baseline="0" dirty="0"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a 36”x48” professional  poster. It</a:t>
            </a:r>
            <a:r>
              <a:rPr lang="en-US" sz="2300" baseline="0" dirty="0"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will save you valuable time placing titles, subtitles,</a:t>
            </a:r>
            <a:r>
              <a:rPr lang="en-US" sz="2300" baseline="0" dirty="0">
                <a:latin typeface="Trebuchet MS" pitchFamily="34" charset="0"/>
              </a:rPr>
              <a:t> text, and graphics</a:t>
            </a:r>
            <a:r>
              <a:rPr lang="en-US" sz="2300" dirty="0">
                <a:latin typeface="Trebuchet MS" pitchFamily="34" charset="0"/>
              </a:rPr>
              <a:t>. </a:t>
            </a: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Use it to create your presentation. Then send</a:t>
            </a:r>
            <a:r>
              <a:rPr lang="en-US" sz="2300" baseline="0" dirty="0">
                <a:latin typeface="Trebuchet MS" pitchFamily="34" charset="0"/>
              </a:rPr>
              <a:t> it </a:t>
            </a:r>
            <a:r>
              <a:rPr lang="en-US" sz="2300" dirty="0">
                <a:latin typeface="Trebuchet MS" pitchFamily="34" charset="0"/>
              </a:rPr>
              <a:t>to </a:t>
            </a:r>
            <a:r>
              <a:rPr lang="en-US" sz="2300" b="1" dirty="0">
                <a:latin typeface="Trebuchet MS" pitchFamily="34" charset="0"/>
              </a:rPr>
              <a:t>PosterPresentations.com</a:t>
            </a:r>
            <a:r>
              <a:rPr lang="en-US" sz="2300" dirty="0">
                <a:latin typeface="Trebuchet MS" pitchFamily="34" charset="0"/>
              </a:rPr>
              <a:t> for premium quality, same day affordable printing.</a:t>
            </a:r>
            <a:br>
              <a:rPr lang="en-US" sz="2300" dirty="0">
                <a:latin typeface="Trebuchet MS" pitchFamily="34" charset="0"/>
              </a:rPr>
            </a:br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We provide a series of </a:t>
            </a:r>
            <a:r>
              <a:rPr lang="en-US" sz="2300" b="1" dirty="0">
                <a:latin typeface="Trebuchet MS" pitchFamily="34" charset="0"/>
              </a:rPr>
              <a:t>online tutorials</a:t>
            </a:r>
            <a:r>
              <a:rPr lang="en-US" sz="2300" dirty="0">
                <a:latin typeface="Trebuchet MS" pitchFamily="34" charset="0"/>
              </a:rPr>
              <a:t> that will guide you through the poster design process and answer your poster production questions. </a:t>
            </a: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View our online</a:t>
            </a:r>
            <a:r>
              <a:rPr lang="en-US" sz="2300" baseline="0" dirty="0">
                <a:latin typeface="Trebuchet MS" pitchFamily="34" charset="0"/>
              </a:rPr>
              <a:t> tutorials at:</a:t>
            </a:r>
            <a:br>
              <a:rPr lang="en-US" sz="2300" dirty="0">
                <a:latin typeface="Trebuchet MS" pitchFamily="34" charset="0"/>
              </a:rPr>
            </a:br>
            <a:r>
              <a:rPr lang="en-US" sz="2300" dirty="0">
                <a:solidFill>
                  <a:srgbClr val="FFFF00"/>
                </a:solidFill>
                <a:latin typeface="Trebuchet MS" pitchFamily="34" charset="0"/>
              </a:rPr>
              <a:t> http://bit.ly/Poster_creation_help </a:t>
            </a:r>
            <a:br>
              <a:rPr lang="en-US" sz="2300" dirty="0">
                <a:latin typeface="Trebuchet MS" pitchFamily="34" charset="0"/>
              </a:rPr>
            </a:br>
            <a:r>
              <a:rPr lang="en-US" sz="2300" dirty="0">
                <a:latin typeface="Trebuchet MS" pitchFamily="34" charset="0"/>
              </a:rPr>
              <a:t>(copy</a:t>
            </a:r>
            <a:r>
              <a:rPr lang="en-US" sz="2300" baseline="0" dirty="0">
                <a:latin typeface="Trebuchet MS" pitchFamily="34" charset="0"/>
              </a:rPr>
              <a:t> and paste the link into your web browser).</a:t>
            </a: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For assistance and to order your printed poster</a:t>
            </a:r>
            <a:r>
              <a:rPr lang="en-US" sz="2300" dirty="0">
                <a:solidFill>
                  <a:schemeClr val="bg1"/>
                </a:solidFill>
                <a:latin typeface="Trebuchet MS" pitchFamily="34" charset="0"/>
              </a:rPr>
              <a:t> call </a:t>
            </a:r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PosterPresentations.com</a:t>
            </a:r>
            <a:r>
              <a:rPr lang="en-US" sz="2300" dirty="0">
                <a:solidFill>
                  <a:srgbClr val="FFFF00"/>
                </a:solidFill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at </a:t>
            </a:r>
            <a:r>
              <a:rPr lang="en-US" sz="2900" b="1" dirty="0">
                <a:solidFill>
                  <a:srgbClr val="FFFF00"/>
                </a:solidFill>
                <a:latin typeface="Trebuchet MS" pitchFamily="34" charset="0"/>
              </a:rPr>
              <a:t>1.866.649.3004</a:t>
            </a:r>
          </a:p>
          <a:p>
            <a:pPr defTabSz="3134780"/>
            <a:endParaRPr lang="en-US" sz="29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endParaRPr lang="en-US" sz="29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3100" b="1" dirty="0">
                <a:solidFill>
                  <a:schemeClr val="bg1"/>
                </a:solidFill>
                <a:latin typeface="Trebuchet MS" pitchFamily="34" charset="0"/>
              </a:rPr>
              <a:t>Object Placeholders</a:t>
            </a: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Use the placeholders provided below to add new elements to your poster:</a:t>
            </a:r>
            <a:r>
              <a:rPr lang="en-US" sz="2300" baseline="0" dirty="0"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Drag a placeholder onto the</a:t>
            </a:r>
            <a:r>
              <a:rPr lang="en-US" sz="2300" baseline="0" dirty="0">
                <a:latin typeface="Trebuchet MS" pitchFamily="34" charset="0"/>
              </a:rPr>
              <a:t> poster area,</a:t>
            </a:r>
            <a:r>
              <a:rPr lang="en-US" sz="2300" dirty="0">
                <a:latin typeface="Trebuchet MS" pitchFamily="34" charset="0"/>
              </a:rPr>
              <a:t> size it, and click it to edit.</a:t>
            </a: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Section Header placeholder</a:t>
            </a:r>
          </a:p>
          <a:p>
            <a:pPr defTabSz="3134780"/>
            <a:r>
              <a:rPr lang="en-US" sz="2300" dirty="0">
                <a:latin typeface="Trebuchet MS" pitchFamily="34" charset="0"/>
              </a:rPr>
              <a:t>Move</a:t>
            </a:r>
            <a:r>
              <a:rPr lang="en-US" sz="2300" baseline="0" dirty="0">
                <a:latin typeface="Trebuchet MS" pitchFamily="34" charset="0"/>
              </a:rPr>
              <a:t> this preformatted section header placeholder to the poster area to add another section header. Use section headers to separate topics or concepts within your presentation. </a:t>
            </a: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endParaRPr lang="en-US" sz="23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Text placeholder</a:t>
            </a:r>
          </a:p>
          <a:p>
            <a:pPr defTabSz="3134780"/>
            <a:r>
              <a:rPr lang="en-US" sz="2300" baseline="0" dirty="0">
                <a:latin typeface="Trebuchet MS" pitchFamily="34" charset="0"/>
              </a:rPr>
              <a:t>Move this preformatted text placeholder to the poster to add a new body of text.</a:t>
            </a: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="1" baseline="0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r>
              <a:rPr lang="en-US" sz="2300" b="1" baseline="0" dirty="0">
                <a:solidFill>
                  <a:srgbClr val="FFFF00"/>
                </a:solidFill>
                <a:latin typeface="Trebuchet MS" pitchFamily="34" charset="0"/>
              </a:rPr>
              <a:t>Picture placeholder</a:t>
            </a:r>
          </a:p>
          <a:p>
            <a:pPr defTabSz="3134780"/>
            <a:r>
              <a:rPr lang="en-US" sz="2300" baseline="0" dirty="0">
                <a:latin typeface="Trebuchet MS" pitchFamily="34" charset="0"/>
              </a:rPr>
              <a:t>Move this graphic placeholder onto your poster, size it first, and then click it to add a picture to the poster.</a:t>
            </a: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algn="ctr"/>
            <a:endParaRPr lang="en-US" sz="23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3134780"/>
            <a:endParaRPr lang="en-US" sz="23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3100" b="1" dirty="0">
              <a:latin typeface="Trebuchet MS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-5185244" y="21297016"/>
            <a:ext cx="5009281" cy="7772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04" tIns="32651" rIns="65304" bIns="32651" rtlCol="0" anchor="ctr"/>
          <a:lstStyle/>
          <a:p>
            <a:pPr algn="ctr"/>
            <a:endParaRPr lang="en-US" sz="2001" dirty="0"/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549123" y="15525146"/>
            <a:ext cx="2370684" cy="305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671465" y="13118823"/>
            <a:ext cx="295275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32" name="TextBox 31"/>
          <p:cNvSpPr txBox="1"/>
          <p:nvPr/>
        </p:nvSpPr>
        <p:spPr>
          <a:xfrm>
            <a:off x="22243872" y="30588809"/>
            <a:ext cx="4580144" cy="1574045"/>
          </a:xfrm>
          <a:prstGeom prst="rect">
            <a:avLst/>
          </a:prstGeom>
          <a:noFill/>
        </p:spPr>
        <p:txBody>
          <a:bodyPr wrap="square" lIns="65304" tIns="32651" rIns="65304" bIns="32651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© 2011 PosterPresentations.com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en-US" sz="2600" dirty="0">
                <a:solidFill>
                  <a:schemeClr val="bg1"/>
                </a:solidFill>
              </a:rPr>
              <a:t>    </a:t>
            </a:r>
            <a:r>
              <a:rPr lang="en-US" sz="2300" dirty="0">
                <a:solidFill>
                  <a:schemeClr val="bg1"/>
                </a:solidFill>
              </a:rPr>
              <a:t>2117 Fourth Street ,</a:t>
            </a:r>
            <a:r>
              <a:rPr lang="en-US" sz="2300" baseline="0" dirty="0">
                <a:solidFill>
                  <a:schemeClr val="bg1"/>
                </a:solidFill>
              </a:rPr>
              <a:t> Unit C</a:t>
            </a:r>
            <a:br>
              <a:rPr lang="en-US" sz="2300" baseline="0" dirty="0">
                <a:solidFill>
                  <a:schemeClr val="bg1"/>
                </a:solidFill>
              </a:rPr>
            </a:br>
            <a:r>
              <a:rPr lang="en-US" sz="2300" baseline="0" dirty="0">
                <a:solidFill>
                  <a:schemeClr val="bg1"/>
                </a:solidFill>
              </a:rPr>
              <a:t>    Berkeley CA 94710</a:t>
            </a:r>
            <a:br>
              <a:rPr lang="en-US" sz="2300" baseline="0" dirty="0">
                <a:solidFill>
                  <a:schemeClr val="bg1"/>
                </a:solidFill>
              </a:rPr>
            </a:br>
            <a:r>
              <a:rPr lang="en-US" sz="2300" baseline="0" dirty="0">
                <a:solidFill>
                  <a:schemeClr val="bg1"/>
                </a:solidFill>
              </a:rPr>
              <a:t>    </a:t>
            </a:r>
            <a:r>
              <a:rPr lang="en-US" sz="2300" b="1" baseline="0" dirty="0">
                <a:solidFill>
                  <a:srgbClr val="FFFF00"/>
                </a:solidFill>
              </a:rPr>
              <a:t>posterpresenter@gmail.com</a:t>
            </a:r>
            <a:endParaRPr lang="en-US" sz="2600" b="1" dirty="0">
              <a:solidFill>
                <a:srgbClr val="FFFF00"/>
              </a:solidFill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-5119928" y="31696521"/>
            <a:ext cx="4885699" cy="1361910"/>
            <a:chOff x="44242388" y="28054064"/>
            <a:chExt cx="9771398" cy="1361909"/>
          </a:xfrm>
        </p:grpSpPr>
        <p:sp>
          <p:nvSpPr>
            <p:cNvPr id="34" name="Rounded Rectangle 33"/>
            <p:cNvSpPr/>
            <p:nvPr userDrawn="1"/>
          </p:nvSpPr>
          <p:spPr>
            <a:xfrm>
              <a:off x="44242388" y="28054064"/>
              <a:ext cx="9771397" cy="109062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1"/>
            </a:p>
          </p:txBody>
        </p:sp>
        <p:pic>
          <p:nvPicPr>
            <p:cNvPr id="35" name="Picture 7" descr="http://t2.gstatic.com/images?q=tbn:ANd9GcR4APHC6TT9w54M2zn_pvCiBxUNcspYPoVxirLRphBoJabfSvu7zw">
              <a:hlinkClick r:id="rId7"/>
            </p:cNvPr>
            <p:cNvPicPr>
              <a:picLocks noChangeAspect="1" noChangeArrowheads="1"/>
            </p:cNvPicPr>
            <p:nvPr userDrawn="1"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4341112" y="28126635"/>
              <a:ext cx="914400" cy="914400"/>
            </a:xfrm>
            <a:prstGeom prst="rect">
              <a:avLst/>
            </a:prstGeom>
            <a:noFill/>
          </p:spPr>
        </p:pic>
        <p:sp>
          <p:nvSpPr>
            <p:cNvPr id="36" name="TextBox 35"/>
            <p:cNvSpPr txBox="1"/>
            <p:nvPr userDrawn="1"/>
          </p:nvSpPr>
          <p:spPr>
            <a:xfrm>
              <a:off x="45342600" y="28154090"/>
              <a:ext cx="8671186" cy="126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solidFill>
                    <a:schemeClr val="tx2"/>
                  </a:solidFill>
                  <a:latin typeface="Trebuchet MS" pitchFamily="34" charset="0"/>
                </a:rPr>
                <a:t>Student</a:t>
              </a:r>
              <a: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  <a:t> discounts are available on our </a:t>
              </a:r>
              <a:r>
                <a:rPr lang="en-US" sz="1900" baseline="0" dirty="0" err="1">
                  <a:solidFill>
                    <a:schemeClr val="tx2"/>
                  </a:solidFill>
                  <a:latin typeface="Trebuchet MS" pitchFamily="34" charset="0"/>
                </a:rPr>
                <a:t>Facebook</a:t>
              </a:r>
              <a: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  <a:t> page.</a:t>
              </a:r>
              <a:b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</a:br>
              <a: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  <a:t>Go to </a:t>
              </a:r>
              <a:r>
                <a:rPr lang="en-US" sz="1900" u="sng" baseline="0" dirty="0">
                  <a:solidFill>
                    <a:schemeClr val="tx2"/>
                  </a:solidFill>
                  <a:latin typeface="Trebuchet MS" pitchFamily="34" charset="0"/>
                </a:rPr>
                <a:t>PosterPresentations.com</a:t>
              </a:r>
              <a: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  <a:t> and click on the FB icon. </a:t>
              </a:r>
              <a:endParaRPr lang="en-US" sz="1900" dirty="0">
                <a:solidFill>
                  <a:schemeClr val="tx2"/>
                </a:solidFill>
                <a:latin typeface="Trebuchet MS" pitchFamily="34" charset="0"/>
              </a:endParaRPr>
            </a:p>
          </p:txBody>
        </p:sp>
      </p:grpSp>
      <p:cxnSp>
        <p:nvCxnSpPr>
          <p:cNvPr id="37" name="Straight Connector 36"/>
          <p:cNvCxnSpPr/>
          <p:nvPr/>
        </p:nvCxnSpPr>
        <p:spPr>
          <a:xfrm>
            <a:off x="22111064" y="30500135"/>
            <a:ext cx="5025230" cy="15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-5185244" y="11582401"/>
            <a:ext cx="5009281" cy="16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22127013" y="4841859"/>
            <a:ext cx="5009281" cy="16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73" r:id="rId2"/>
    <p:sldLayoutId id="2147483686" r:id="rId3"/>
  </p:sldLayoutIdLst>
  <p:txStyles>
    <p:titleStyle>
      <a:lvl1pPr algn="ctr" defTabSz="3134552" rtl="0" eaLnBrk="1" latinLnBrk="0" hangingPunct="1">
        <a:spcBef>
          <a:spcPct val="0"/>
        </a:spcBef>
        <a:buNone/>
        <a:defRPr sz="63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</p:titleStyle>
    <p:bodyStyle>
      <a:lvl1pPr marL="1175457" indent="-1175457" algn="l" defTabSz="3134552" rtl="0" eaLnBrk="1" latinLnBrk="0" hangingPunct="1">
        <a:spcBef>
          <a:spcPct val="20000"/>
        </a:spcBef>
        <a:buFont typeface="Arial" pitchFamily="34" charset="0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46824" indent="-979547" algn="l" defTabSz="3134552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3918191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3pPr>
      <a:lvl4pPr marL="5485468" indent="-783639" algn="l" defTabSz="3134552" rtl="0" eaLnBrk="1" latinLnBrk="0" hangingPunct="1">
        <a:spcBef>
          <a:spcPct val="20000"/>
        </a:spcBef>
        <a:buFont typeface="Arial" pitchFamily="34" charset="0"/>
        <a:buChar char="–"/>
        <a:defRPr sz="6900" kern="1200">
          <a:solidFill>
            <a:schemeClr val="tx1"/>
          </a:solidFill>
          <a:latin typeface="+mn-lt"/>
          <a:ea typeface="+mn-ea"/>
          <a:cs typeface="+mn-cs"/>
        </a:defRPr>
      </a:lvl4pPr>
      <a:lvl5pPr marL="7052744" indent="-783639" algn="l" defTabSz="3134552" rtl="0" eaLnBrk="1" latinLnBrk="0" hangingPunct="1">
        <a:spcBef>
          <a:spcPct val="20000"/>
        </a:spcBef>
        <a:buFont typeface="Arial" pitchFamily="34" charset="0"/>
        <a:buChar char="»"/>
        <a:defRPr sz="6900" kern="1200">
          <a:solidFill>
            <a:schemeClr val="tx1"/>
          </a:solidFill>
          <a:latin typeface="+mn-lt"/>
          <a:ea typeface="+mn-ea"/>
          <a:cs typeface="+mn-cs"/>
        </a:defRPr>
      </a:lvl5pPr>
      <a:lvl6pPr marL="8620020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6pPr>
      <a:lvl7pPr marL="10187296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7pPr>
      <a:lvl8pPr marL="11754573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8pPr>
      <a:lvl9pPr marL="13321849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567277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2pPr>
      <a:lvl3pPr marL="3134552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3pPr>
      <a:lvl4pPr marL="4701829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4pPr>
      <a:lvl5pPr marL="6269105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5pPr>
      <a:lvl6pPr marL="7836382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6pPr>
      <a:lvl7pPr marL="9403659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7pPr>
      <a:lvl8pPr marL="10970935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8pPr>
      <a:lvl9pPr marL="12538212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0" y="1"/>
            <a:ext cx="21945600" cy="480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baseline="-25000" dirty="0"/>
          </a:p>
        </p:txBody>
      </p:sp>
      <p:sp>
        <p:nvSpPr>
          <p:cNvPr id="8" name="Rectangle 33"/>
          <p:cNvSpPr>
            <a:spLocks noChangeArrowheads="1"/>
          </p:cNvSpPr>
          <p:nvPr/>
        </p:nvSpPr>
        <p:spPr bwMode="auto">
          <a:xfrm>
            <a:off x="457202" y="5257800"/>
            <a:ext cx="21028819" cy="267462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4805364"/>
            <a:ext cx="21945600" cy="15240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52400">
            <a:noFill/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409577" y="32232603"/>
            <a:ext cx="1257300" cy="37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5180" tIns="32584" rIns="65180" bIns="32584">
            <a:spAutoFit/>
          </a:bodyPr>
          <a:lstStyle/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4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RESEARCH POSTER PRESENTATION DESIGN © 2011</a:t>
            </a:r>
          </a:p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8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www.PosterPresentations.com</a:t>
            </a:r>
          </a:p>
        </p:txBody>
      </p:sp>
      <p:sp>
        <p:nvSpPr>
          <p:cNvPr id="15" name="Rectangle 35"/>
          <p:cNvSpPr>
            <a:spLocks noChangeArrowheads="1"/>
          </p:cNvSpPr>
          <p:nvPr/>
        </p:nvSpPr>
        <p:spPr bwMode="auto">
          <a:xfrm>
            <a:off x="461170" y="5257800"/>
            <a:ext cx="5029201" cy="267462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65304" tIns="32651" rIns="65304" bIns="32651" anchor="ctr"/>
          <a:lstStyle/>
          <a:p>
            <a:pPr>
              <a:defRPr/>
            </a:pPr>
            <a:endParaRPr lang="en-US" sz="2001" dirty="0"/>
          </a:p>
        </p:txBody>
      </p:sp>
      <p:sp>
        <p:nvSpPr>
          <p:cNvPr id="26" name="Rectangle 25"/>
          <p:cNvSpPr/>
          <p:nvPr/>
        </p:nvSpPr>
        <p:spPr>
          <a:xfrm>
            <a:off x="22111064" y="2"/>
            <a:ext cx="5025230" cy="32918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07" tIns="261212" rIns="130607" bIns="130607" rtlCol="0" anchor="t" anchorCtr="0"/>
          <a:lstStyle/>
          <a:p>
            <a:pPr algn="ctr"/>
            <a:r>
              <a:rPr lang="en-US" sz="2900" b="1" dirty="0">
                <a:solidFill>
                  <a:schemeClr val="bg1"/>
                </a:solidFill>
                <a:latin typeface="Trebuchet MS" pitchFamily="34" charset="0"/>
              </a:rPr>
              <a:t>QUICK</a:t>
            </a:r>
            <a:r>
              <a:rPr lang="en-US" sz="2900" b="1" baseline="0" dirty="0">
                <a:solidFill>
                  <a:schemeClr val="bg1"/>
                </a:solidFill>
                <a:latin typeface="Trebuchet MS" pitchFamily="34" charset="0"/>
              </a:rPr>
              <a:t> TIPS</a:t>
            </a:r>
            <a:endParaRPr lang="en-US" sz="29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r>
              <a:rPr lang="en-US" sz="2900" b="1" dirty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2300" b="1" dirty="0">
              <a:latin typeface="Trebuchet MS" pitchFamily="34" charset="0"/>
            </a:endParaRPr>
          </a:p>
          <a:p>
            <a:pPr defTabSz="2238860"/>
            <a:r>
              <a:rPr lang="en-US" sz="2300" dirty="0">
                <a:latin typeface="Trebuchet MS" pitchFamily="34" charset="0"/>
              </a:rPr>
              <a:t>This PowerPoint</a:t>
            </a:r>
            <a:r>
              <a:rPr lang="en-US" sz="2300" baseline="0" dirty="0">
                <a:latin typeface="Trebuchet MS" pitchFamily="34" charset="0"/>
              </a:rPr>
              <a:t> template requires basic PowerPoint (version 2007 or newer) skills. Below is a list of commonly asked questions specific to this template. </a:t>
            </a:r>
            <a:br>
              <a:rPr lang="en-US" sz="2300" baseline="0" dirty="0">
                <a:latin typeface="Trebuchet MS" pitchFamily="34" charset="0"/>
              </a:rPr>
            </a:br>
            <a:r>
              <a:rPr lang="en-US" sz="2300" baseline="0" dirty="0">
                <a:latin typeface="Trebuchet MS" pitchFamily="34" charset="0"/>
              </a:rPr>
              <a:t>If you are using an older version of PowerPoint some template features may not work properly.</a:t>
            </a:r>
            <a:endParaRPr lang="en-US" sz="29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2238860"/>
            <a:endParaRPr lang="en-US" sz="29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2900" b="1" dirty="0">
                <a:solidFill>
                  <a:schemeClr val="bg1"/>
                </a:solidFill>
                <a:latin typeface="Trebuchet MS" pitchFamily="34" charset="0"/>
              </a:rPr>
              <a:t>Using the template</a:t>
            </a:r>
            <a:endParaRPr lang="en-US" sz="2900" b="1" baseline="0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2300" b="1" dirty="0">
              <a:solidFill>
                <a:srgbClr val="FFFF00"/>
              </a:solidFill>
              <a:latin typeface="Trebuchet MS" pitchFamily="34" charset="0"/>
            </a:endParaRPr>
          </a:p>
          <a:p>
            <a:pPr marL="0" marR="0" indent="0" algn="l" defTabSz="2238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Verifying the quality of your graphics</a:t>
            </a:r>
          </a:p>
          <a:p>
            <a:pPr defTabSz="2238860"/>
            <a:r>
              <a:rPr lang="en-US" sz="2300" dirty="0">
                <a:latin typeface="Trebuchet MS" pitchFamily="34" charset="0"/>
              </a:rPr>
              <a:t>Go to the </a:t>
            </a:r>
            <a:r>
              <a:rPr lang="en-US" sz="2300" baseline="0" dirty="0">
                <a:latin typeface="Trebuchet MS" pitchFamily="34" charset="0"/>
              </a:rPr>
              <a:t>VIEW menu and click on ZOOM to set your preferred magnification. This template is at 100% the size of the final poster. All text and graphics will be printed at 100% their size. To see what your poster will look like when printed, set the zoom to 100% and evaluate the quality of all your graphics before you submit your poster for printing.</a:t>
            </a:r>
            <a:br>
              <a:rPr lang="en-US" sz="2300" baseline="0" dirty="0">
                <a:latin typeface="Trebuchet MS" pitchFamily="34" charset="0"/>
              </a:rPr>
            </a:br>
            <a:endParaRPr lang="en-US" sz="2300" baseline="0" dirty="0">
              <a:latin typeface="Trebuchet MS" pitchFamily="34" charset="0"/>
            </a:endParaRPr>
          </a:p>
          <a:p>
            <a:pPr defTabSz="2238860"/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Using the placeholders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To add text to this template click inside a placeholder and type in or paste your text. To move a placeholder, click on it </a:t>
            </a:r>
            <a:r>
              <a:rPr lang="en-US" sz="2300" u="sng" baseline="0" dirty="0">
                <a:latin typeface="Trebuchet MS" pitchFamily="34" charset="0"/>
              </a:rPr>
              <a:t>once</a:t>
            </a:r>
            <a:r>
              <a:rPr lang="en-US" sz="2300" baseline="0" dirty="0">
                <a:latin typeface="Trebuchet MS" pitchFamily="34" charset="0"/>
              </a:rPr>
              <a:t> (to select it), place your cursor on its frame and your cursor will change to this symbol:         Then, click </a:t>
            </a:r>
            <a:r>
              <a:rPr lang="en-US" sz="2300" u="sng" baseline="0" dirty="0">
                <a:latin typeface="Trebuchet MS" pitchFamily="34" charset="0"/>
              </a:rPr>
              <a:t>once</a:t>
            </a:r>
            <a:r>
              <a:rPr lang="en-US" sz="2300" baseline="0" dirty="0">
                <a:latin typeface="Trebuchet MS" pitchFamily="34" charset="0"/>
              </a:rPr>
              <a:t> and drag it to its new location where you can resize it as needed. Additional placeholders can be found on the left side of this template.</a:t>
            </a:r>
          </a:p>
          <a:p>
            <a:pPr defTabSz="2238860"/>
            <a:endParaRPr lang="en-US" sz="2300" b="1" baseline="0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2238860"/>
            <a:r>
              <a:rPr lang="en-US" sz="2300" b="1" baseline="0" dirty="0">
                <a:solidFill>
                  <a:srgbClr val="FFFF00"/>
                </a:solidFill>
                <a:latin typeface="Trebuchet MS" pitchFamily="34" charset="0"/>
              </a:rPr>
              <a:t>Modifying the layout</a:t>
            </a:r>
          </a:p>
          <a:p>
            <a:pPr defTabSz="2238860"/>
            <a:r>
              <a:rPr lang="en-US" sz="2300" dirty="0">
                <a:latin typeface="Trebuchet MS" pitchFamily="34" charset="0"/>
              </a:rPr>
              <a:t>This template has four</a:t>
            </a:r>
            <a:endParaRPr lang="en-US" sz="2300" baseline="0" dirty="0">
              <a:latin typeface="Trebuchet MS" pitchFamily="34" charset="0"/>
            </a:endParaRP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different column layouts. </a:t>
            </a:r>
          </a:p>
          <a:p>
            <a:pPr defTabSz="2238860"/>
            <a:r>
              <a:rPr lang="en-US" sz="2300" u="sng" baseline="0" dirty="0">
                <a:latin typeface="Trebuchet MS" pitchFamily="34" charset="0"/>
              </a:rPr>
              <a:t>Right-click</a:t>
            </a:r>
            <a:r>
              <a:rPr lang="en-US" sz="2300" baseline="0" dirty="0">
                <a:latin typeface="Trebuchet MS" pitchFamily="34" charset="0"/>
              </a:rPr>
              <a:t> your mouse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on the background and 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click on “Layout” to see 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the layout options.</a:t>
            </a:r>
            <a:endParaRPr lang="en-US" sz="2300" dirty="0">
              <a:latin typeface="Trebuchet MS" pitchFamily="34" charset="0"/>
            </a:endParaRPr>
          </a:p>
          <a:p>
            <a:pPr marL="0" marR="0" indent="0" algn="l" defTabSz="2238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300" baseline="0" dirty="0">
                <a:latin typeface="Trebuchet MS" pitchFamily="34" charset="0"/>
              </a:rPr>
              <a:t>The columns in the provided layouts are fixed and cannot be moved but advanced users can modify any layout by going to VIEW and then SLIDE MASTER.</a:t>
            </a:r>
          </a:p>
          <a:p>
            <a:pPr marL="0" marR="0" indent="0" algn="l" defTabSz="2238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300" baseline="0" dirty="0">
              <a:latin typeface="Trebuchet MS" pitchFamily="34" charset="0"/>
            </a:endParaRPr>
          </a:p>
          <a:p>
            <a:pPr defTabSz="2238860"/>
            <a:r>
              <a:rPr lang="en-US" sz="2300" b="1" baseline="0" dirty="0">
                <a:solidFill>
                  <a:srgbClr val="FFFF00"/>
                </a:solidFill>
                <a:latin typeface="Trebuchet MS" pitchFamily="34" charset="0"/>
              </a:rPr>
              <a:t>Importing text and graphics from external sources</a:t>
            </a:r>
          </a:p>
          <a:p>
            <a:pPr defTabSz="2238860"/>
            <a:r>
              <a:rPr lang="en-US" sz="2300" b="1" u="sng" baseline="0" dirty="0">
                <a:latin typeface="Trebuchet MS" pitchFamily="34" charset="0"/>
              </a:rPr>
              <a:t>TEXT: </a:t>
            </a:r>
            <a:r>
              <a:rPr lang="en-US" sz="2300" baseline="0" dirty="0">
                <a:latin typeface="Trebuchet MS" pitchFamily="34" charset="0"/>
              </a:rPr>
              <a:t>Paste or type your text into a pre-existing placeholder or drag in a new placeholder from the left side of the template. Move it anywhere as needed.</a:t>
            </a:r>
          </a:p>
          <a:p>
            <a:pPr defTabSz="2238860"/>
            <a:r>
              <a:rPr lang="en-US" sz="2300" b="1" u="sng" baseline="0" dirty="0">
                <a:latin typeface="Trebuchet MS" pitchFamily="34" charset="0"/>
              </a:rPr>
              <a:t>PHOTOS: </a:t>
            </a:r>
            <a:r>
              <a:rPr lang="en-US" sz="2300" baseline="0" dirty="0">
                <a:latin typeface="Trebuchet MS" pitchFamily="34" charset="0"/>
              </a:rPr>
              <a:t>Drag in a picture placeholder, size it </a:t>
            </a:r>
            <a:r>
              <a:rPr lang="en-US" sz="2300" u="sng" baseline="0" dirty="0">
                <a:latin typeface="Trebuchet MS" pitchFamily="34" charset="0"/>
              </a:rPr>
              <a:t>first</a:t>
            </a:r>
            <a:r>
              <a:rPr lang="en-US" sz="2300" baseline="0" dirty="0">
                <a:latin typeface="Trebuchet MS" pitchFamily="34" charset="0"/>
              </a:rPr>
              <a:t>, click in it and insert a photo from the menu.</a:t>
            </a:r>
          </a:p>
          <a:p>
            <a:pPr defTabSz="2238860"/>
            <a:r>
              <a:rPr lang="en-US" sz="2300" b="1" u="sng" baseline="0" dirty="0">
                <a:latin typeface="Trebuchet MS" pitchFamily="34" charset="0"/>
              </a:rPr>
              <a:t>TABLES: </a:t>
            </a:r>
            <a:r>
              <a:rPr lang="en-US" sz="2300" baseline="0" dirty="0">
                <a:latin typeface="Trebuchet MS" pitchFamily="34" charset="0"/>
              </a:rPr>
              <a:t>You can copy and paste a table from an external document onto this poster template. To adjust  the way the text fits within the cells of a table that has been pasted, </a:t>
            </a:r>
            <a:r>
              <a:rPr lang="en-US" sz="2300" u="sng" baseline="0" dirty="0">
                <a:latin typeface="Trebuchet MS" pitchFamily="34" charset="0"/>
              </a:rPr>
              <a:t>right-click</a:t>
            </a:r>
            <a:r>
              <a:rPr lang="en-US" sz="2300" baseline="0" dirty="0">
                <a:latin typeface="Trebuchet MS" pitchFamily="34" charset="0"/>
              </a:rPr>
              <a:t> on the table, click FORMAT SHAPE  then click on TEXT BOX and change the INTERNAL MARGIN values to 0.25</a:t>
            </a:r>
          </a:p>
          <a:p>
            <a:pPr defTabSz="2238860"/>
            <a:endParaRPr lang="en-US" sz="2300" baseline="0" dirty="0">
              <a:latin typeface="Trebuchet MS" pitchFamily="34" charset="0"/>
            </a:endParaRPr>
          </a:p>
          <a:p>
            <a:pPr defTabSz="2238860"/>
            <a:r>
              <a:rPr lang="en-US" sz="2300" b="1" baseline="0" dirty="0">
                <a:solidFill>
                  <a:srgbClr val="FFFF00"/>
                </a:solidFill>
                <a:latin typeface="Trebuchet MS" pitchFamily="34" charset="0"/>
              </a:rPr>
              <a:t>Modifying the color scheme</a:t>
            </a:r>
          </a:p>
          <a:p>
            <a:pPr defTabSz="2238860"/>
            <a:r>
              <a:rPr lang="en-US" sz="2300" baseline="0" dirty="0">
                <a:latin typeface="Trebuchet MS" pitchFamily="34" charset="0"/>
              </a:rPr>
              <a:t>To change the color scheme of this template go to the “Design” menu and click on “Colors”. You can choose from the provide color combinations or you can create your own.</a:t>
            </a:r>
          </a:p>
          <a:p>
            <a:pPr defTabSz="2238860"/>
            <a:endParaRPr lang="en-US" sz="2300" baseline="0" dirty="0">
              <a:latin typeface="Trebuchet MS" pitchFamily="34" charset="0"/>
            </a:endParaRPr>
          </a:p>
          <a:p>
            <a:pPr defTabSz="223886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1400" baseline="0" dirty="0">
              <a:latin typeface="Trebuchet MS" pitchFamily="34" charset="0"/>
            </a:endParaRPr>
          </a:p>
          <a:p>
            <a:pPr defTabSz="3134780"/>
            <a:endParaRPr lang="en-US" sz="1400" dirty="0">
              <a:latin typeface="Trebuchet MS" pitchFamily="34" charset="0"/>
            </a:endParaRPr>
          </a:p>
          <a:p>
            <a:pPr algn="ctr"/>
            <a:endParaRPr lang="en-US" sz="14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3134780"/>
            <a:endParaRPr lang="en-US" sz="14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2300" b="1" dirty="0">
              <a:latin typeface="Trebuchet MS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-5201193" y="-19595"/>
            <a:ext cx="5025230" cy="32918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07" tIns="261212" rIns="130607" bIns="130607" rtlCol="0" anchor="t" anchorCtr="0"/>
          <a:lstStyle/>
          <a:p>
            <a:pPr algn="ctr"/>
            <a:r>
              <a:rPr lang="en-US" sz="3100" b="1" dirty="0">
                <a:solidFill>
                  <a:schemeClr val="bg1"/>
                </a:solidFill>
                <a:latin typeface="Trebuchet MS" pitchFamily="34" charset="0"/>
              </a:rPr>
              <a:t>QUICK DESIGN</a:t>
            </a:r>
            <a:r>
              <a:rPr lang="en-US" sz="3100" b="1" baseline="0" dirty="0">
                <a:solidFill>
                  <a:schemeClr val="bg1"/>
                </a:solidFill>
                <a:latin typeface="Trebuchet MS" pitchFamily="34" charset="0"/>
              </a:rPr>
              <a:t> </a:t>
            </a:r>
            <a:r>
              <a:rPr lang="en-US" sz="3100" b="1" dirty="0">
                <a:solidFill>
                  <a:schemeClr val="bg1"/>
                </a:solidFill>
                <a:latin typeface="Trebuchet MS" pitchFamily="34" charset="0"/>
              </a:rPr>
              <a:t>GUIDE</a:t>
            </a:r>
          </a:p>
          <a:p>
            <a:pPr algn="ctr"/>
            <a:r>
              <a:rPr lang="en-US" sz="2900" b="1" dirty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2300" b="1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This PowerPoint</a:t>
            </a:r>
            <a:r>
              <a:rPr lang="en-US" sz="2300" baseline="0" dirty="0"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2007 template produces</a:t>
            </a:r>
            <a:r>
              <a:rPr lang="en-US" sz="2300" baseline="0" dirty="0"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a 36”x48” professional  poster. It</a:t>
            </a:r>
            <a:r>
              <a:rPr lang="en-US" sz="2300" baseline="0" dirty="0"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will save you valuable time placing titles, subtitles,</a:t>
            </a:r>
            <a:r>
              <a:rPr lang="en-US" sz="2300" baseline="0" dirty="0">
                <a:latin typeface="Trebuchet MS" pitchFamily="34" charset="0"/>
              </a:rPr>
              <a:t> text, and graphics</a:t>
            </a:r>
            <a:r>
              <a:rPr lang="en-US" sz="2300" dirty="0">
                <a:latin typeface="Trebuchet MS" pitchFamily="34" charset="0"/>
              </a:rPr>
              <a:t>. </a:t>
            </a: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Use it to create your presentation. Then send</a:t>
            </a:r>
            <a:r>
              <a:rPr lang="en-US" sz="2300" baseline="0" dirty="0">
                <a:latin typeface="Trebuchet MS" pitchFamily="34" charset="0"/>
              </a:rPr>
              <a:t> it </a:t>
            </a:r>
            <a:r>
              <a:rPr lang="en-US" sz="2300" dirty="0">
                <a:latin typeface="Trebuchet MS" pitchFamily="34" charset="0"/>
              </a:rPr>
              <a:t>to </a:t>
            </a:r>
            <a:r>
              <a:rPr lang="en-US" sz="2300" b="1" dirty="0">
                <a:latin typeface="Trebuchet MS" pitchFamily="34" charset="0"/>
              </a:rPr>
              <a:t>PosterPresentations.com</a:t>
            </a:r>
            <a:r>
              <a:rPr lang="en-US" sz="2300" dirty="0">
                <a:latin typeface="Trebuchet MS" pitchFamily="34" charset="0"/>
              </a:rPr>
              <a:t> for premium quality, same day affordable printing.</a:t>
            </a:r>
            <a:br>
              <a:rPr lang="en-US" sz="2300" dirty="0">
                <a:latin typeface="Trebuchet MS" pitchFamily="34" charset="0"/>
              </a:rPr>
            </a:br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We provide a series of </a:t>
            </a:r>
            <a:r>
              <a:rPr lang="en-US" sz="2300" b="1" dirty="0">
                <a:latin typeface="Trebuchet MS" pitchFamily="34" charset="0"/>
              </a:rPr>
              <a:t>online tutorials</a:t>
            </a:r>
            <a:r>
              <a:rPr lang="en-US" sz="2300" dirty="0">
                <a:latin typeface="Trebuchet MS" pitchFamily="34" charset="0"/>
              </a:rPr>
              <a:t> that will guide you through the poster design process and answer your poster production questions. </a:t>
            </a: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View our online</a:t>
            </a:r>
            <a:r>
              <a:rPr lang="en-US" sz="2300" baseline="0" dirty="0">
                <a:latin typeface="Trebuchet MS" pitchFamily="34" charset="0"/>
              </a:rPr>
              <a:t> tutorials at:</a:t>
            </a:r>
            <a:br>
              <a:rPr lang="en-US" sz="2300" dirty="0">
                <a:latin typeface="Trebuchet MS" pitchFamily="34" charset="0"/>
              </a:rPr>
            </a:br>
            <a:r>
              <a:rPr lang="en-US" sz="2300" dirty="0">
                <a:solidFill>
                  <a:srgbClr val="FFFF00"/>
                </a:solidFill>
                <a:latin typeface="Trebuchet MS" pitchFamily="34" charset="0"/>
              </a:rPr>
              <a:t> http://bit.ly/Poster_creation_help </a:t>
            </a:r>
            <a:br>
              <a:rPr lang="en-US" sz="2300" dirty="0">
                <a:latin typeface="Trebuchet MS" pitchFamily="34" charset="0"/>
              </a:rPr>
            </a:br>
            <a:r>
              <a:rPr lang="en-US" sz="2300" dirty="0">
                <a:latin typeface="Trebuchet MS" pitchFamily="34" charset="0"/>
              </a:rPr>
              <a:t>(copy</a:t>
            </a:r>
            <a:r>
              <a:rPr lang="en-US" sz="2300" baseline="0" dirty="0">
                <a:latin typeface="Trebuchet MS" pitchFamily="34" charset="0"/>
              </a:rPr>
              <a:t> and paste the link into your web browser).</a:t>
            </a: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For assistance and to order your printed poster</a:t>
            </a:r>
            <a:r>
              <a:rPr lang="en-US" sz="2300" dirty="0">
                <a:solidFill>
                  <a:schemeClr val="bg1"/>
                </a:solidFill>
                <a:latin typeface="Trebuchet MS" pitchFamily="34" charset="0"/>
              </a:rPr>
              <a:t> call </a:t>
            </a:r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PosterPresentations.com</a:t>
            </a:r>
            <a:r>
              <a:rPr lang="en-US" sz="2300" dirty="0">
                <a:solidFill>
                  <a:srgbClr val="FFFF00"/>
                </a:solidFill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at </a:t>
            </a:r>
            <a:r>
              <a:rPr lang="en-US" sz="2900" b="1" dirty="0">
                <a:solidFill>
                  <a:srgbClr val="FFFF00"/>
                </a:solidFill>
                <a:latin typeface="Trebuchet MS" pitchFamily="34" charset="0"/>
              </a:rPr>
              <a:t>1.866.649.3004</a:t>
            </a:r>
          </a:p>
          <a:p>
            <a:pPr defTabSz="3134780"/>
            <a:endParaRPr lang="en-US" sz="29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endParaRPr lang="en-US" sz="29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3100" b="1" dirty="0">
                <a:solidFill>
                  <a:schemeClr val="bg1"/>
                </a:solidFill>
                <a:latin typeface="Trebuchet MS" pitchFamily="34" charset="0"/>
              </a:rPr>
              <a:t>Object Placeholders</a:t>
            </a: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3134780"/>
            <a:r>
              <a:rPr lang="en-US" sz="2300" dirty="0">
                <a:latin typeface="Trebuchet MS" pitchFamily="34" charset="0"/>
              </a:rPr>
              <a:t>Use the placeholders provided below to add new elements to your poster:</a:t>
            </a:r>
            <a:r>
              <a:rPr lang="en-US" sz="2300" baseline="0" dirty="0">
                <a:latin typeface="Trebuchet MS" pitchFamily="34" charset="0"/>
              </a:rPr>
              <a:t> </a:t>
            </a:r>
            <a:r>
              <a:rPr lang="en-US" sz="2300" dirty="0">
                <a:latin typeface="Trebuchet MS" pitchFamily="34" charset="0"/>
              </a:rPr>
              <a:t>Drag a placeholder onto the</a:t>
            </a:r>
            <a:r>
              <a:rPr lang="en-US" sz="2300" baseline="0" dirty="0">
                <a:latin typeface="Trebuchet MS" pitchFamily="34" charset="0"/>
              </a:rPr>
              <a:t> poster area,</a:t>
            </a:r>
            <a:r>
              <a:rPr lang="en-US" sz="2300" dirty="0">
                <a:latin typeface="Trebuchet MS" pitchFamily="34" charset="0"/>
              </a:rPr>
              <a:t> size it, and click it to edit.</a:t>
            </a: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Section Header placeholder</a:t>
            </a:r>
          </a:p>
          <a:p>
            <a:pPr defTabSz="3134780"/>
            <a:r>
              <a:rPr lang="en-US" sz="2300" dirty="0">
                <a:latin typeface="Trebuchet MS" pitchFamily="34" charset="0"/>
              </a:rPr>
              <a:t>Move</a:t>
            </a:r>
            <a:r>
              <a:rPr lang="en-US" sz="2300" baseline="0" dirty="0">
                <a:latin typeface="Trebuchet MS" pitchFamily="34" charset="0"/>
              </a:rPr>
              <a:t> this preformatted section header placeholder to the poster area to add another section header. Use section headers to separate topics or concepts within your presentation. </a:t>
            </a: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defTabSz="3134780"/>
            <a:endParaRPr lang="en-US" sz="23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r>
              <a:rPr lang="en-US" sz="2300" b="1" dirty="0">
                <a:solidFill>
                  <a:srgbClr val="FFFF00"/>
                </a:solidFill>
                <a:latin typeface="Trebuchet MS" pitchFamily="34" charset="0"/>
              </a:rPr>
              <a:t>Text placeholder</a:t>
            </a:r>
          </a:p>
          <a:p>
            <a:pPr defTabSz="3134780"/>
            <a:r>
              <a:rPr lang="en-US" sz="2300" baseline="0" dirty="0">
                <a:latin typeface="Trebuchet MS" pitchFamily="34" charset="0"/>
              </a:rPr>
              <a:t>Move this preformatted text placeholder to the poster to add a new body of text.</a:t>
            </a: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="1" baseline="0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3134780"/>
            <a:r>
              <a:rPr lang="en-US" sz="2300" b="1" baseline="0" dirty="0">
                <a:solidFill>
                  <a:srgbClr val="FFFF00"/>
                </a:solidFill>
                <a:latin typeface="Trebuchet MS" pitchFamily="34" charset="0"/>
              </a:rPr>
              <a:t>Picture placeholder</a:t>
            </a:r>
          </a:p>
          <a:p>
            <a:pPr defTabSz="3134780"/>
            <a:r>
              <a:rPr lang="en-US" sz="2300" baseline="0" dirty="0">
                <a:latin typeface="Trebuchet MS" pitchFamily="34" charset="0"/>
              </a:rPr>
              <a:t>Move this graphic placeholder onto your poster, size it first, and then click it to add a picture to the poster.</a:t>
            </a: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defTabSz="3134780"/>
            <a:endParaRPr lang="en-US" sz="2300" baseline="0" dirty="0">
              <a:latin typeface="Trebuchet MS" pitchFamily="34" charset="0"/>
            </a:endParaRP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1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3134780"/>
            <a:endParaRPr lang="en-US" sz="2300" dirty="0">
              <a:latin typeface="Trebuchet MS" pitchFamily="34" charset="0"/>
            </a:endParaRPr>
          </a:p>
          <a:p>
            <a:pPr algn="ctr"/>
            <a:endParaRPr lang="en-US" sz="23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3134780"/>
            <a:endParaRPr lang="en-US" sz="23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3100" b="1" dirty="0">
              <a:latin typeface="Trebuchet MS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-5185244" y="21297016"/>
            <a:ext cx="5009281" cy="7772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04" tIns="32651" rIns="65304" bIns="32651" rtlCol="0" anchor="ctr"/>
          <a:lstStyle/>
          <a:p>
            <a:pPr algn="ctr"/>
            <a:endParaRPr lang="en-US" sz="2001" dirty="0"/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549123" y="15525146"/>
            <a:ext cx="2370684" cy="305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671465" y="13118823"/>
            <a:ext cx="295275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31" name="TextBox 30"/>
          <p:cNvSpPr txBox="1"/>
          <p:nvPr/>
        </p:nvSpPr>
        <p:spPr>
          <a:xfrm>
            <a:off x="22243872" y="30588809"/>
            <a:ext cx="4580144" cy="1574045"/>
          </a:xfrm>
          <a:prstGeom prst="rect">
            <a:avLst/>
          </a:prstGeom>
          <a:noFill/>
        </p:spPr>
        <p:txBody>
          <a:bodyPr wrap="square" lIns="65304" tIns="32651" rIns="65304" bIns="32651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© 2011 PosterPresentations.com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en-US" sz="2600" dirty="0">
                <a:solidFill>
                  <a:schemeClr val="bg1"/>
                </a:solidFill>
              </a:rPr>
              <a:t>    </a:t>
            </a:r>
            <a:r>
              <a:rPr lang="en-US" sz="2300" dirty="0">
                <a:solidFill>
                  <a:schemeClr val="bg1"/>
                </a:solidFill>
              </a:rPr>
              <a:t>2117 Fourth Street ,</a:t>
            </a:r>
            <a:r>
              <a:rPr lang="en-US" sz="2300" baseline="0" dirty="0">
                <a:solidFill>
                  <a:schemeClr val="bg1"/>
                </a:solidFill>
              </a:rPr>
              <a:t> Unit C</a:t>
            </a:r>
            <a:br>
              <a:rPr lang="en-US" sz="2300" baseline="0" dirty="0">
                <a:solidFill>
                  <a:schemeClr val="bg1"/>
                </a:solidFill>
              </a:rPr>
            </a:br>
            <a:r>
              <a:rPr lang="en-US" sz="2300" baseline="0" dirty="0">
                <a:solidFill>
                  <a:schemeClr val="bg1"/>
                </a:solidFill>
              </a:rPr>
              <a:t>    Berkeley CA 94710</a:t>
            </a:r>
            <a:br>
              <a:rPr lang="en-US" sz="2300" baseline="0" dirty="0">
                <a:solidFill>
                  <a:schemeClr val="bg1"/>
                </a:solidFill>
              </a:rPr>
            </a:br>
            <a:r>
              <a:rPr lang="en-US" sz="2300" baseline="0" dirty="0">
                <a:solidFill>
                  <a:schemeClr val="bg1"/>
                </a:solidFill>
              </a:rPr>
              <a:t>    </a:t>
            </a:r>
            <a:r>
              <a:rPr lang="en-US" sz="2300" b="1" baseline="0" dirty="0">
                <a:solidFill>
                  <a:srgbClr val="FFFF00"/>
                </a:solidFill>
              </a:rPr>
              <a:t>posterpresenter@gmail.com</a:t>
            </a:r>
            <a:endParaRPr lang="en-US" sz="2600" b="1" dirty="0">
              <a:solidFill>
                <a:srgbClr val="FFFF00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-5119928" y="31696521"/>
            <a:ext cx="4885699" cy="1361910"/>
            <a:chOff x="44242388" y="28054064"/>
            <a:chExt cx="9771398" cy="1361909"/>
          </a:xfrm>
        </p:grpSpPr>
        <p:sp>
          <p:nvSpPr>
            <p:cNvPr id="33" name="Rounded Rectangle 32"/>
            <p:cNvSpPr/>
            <p:nvPr userDrawn="1"/>
          </p:nvSpPr>
          <p:spPr>
            <a:xfrm>
              <a:off x="44242388" y="28054064"/>
              <a:ext cx="9771397" cy="109062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1"/>
            </a:p>
          </p:txBody>
        </p:sp>
        <p:pic>
          <p:nvPicPr>
            <p:cNvPr id="34" name="Picture 7" descr="http://t2.gstatic.com/images?q=tbn:ANd9GcR4APHC6TT9w54M2zn_pvCiBxUNcspYPoVxirLRphBoJabfSvu7zw">
              <a:hlinkClick r:id="rId6"/>
            </p:cNvPr>
            <p:cNvPicPr>
              <a:picLocks noChangeAspect="1" noChangeArrowheads="1"/>
            </p:cNvPicPr>
            <p:nvPr userDrawn="1"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4341112" y="28126635"/>
              <a:ext cx="914400" cy="914400"/>
            </a:xfrm>
            <a:prstGeom prst="rect">
              <a:avLst/>
            </a:prstGeom>
            <a:noFill/>
          </p:spPr>
        </p:pic>
        <p:sp>
          <p:nvSpPr>
            <p:cNvPr id="35" name="TextBox 34"/>
            <p:cNvSpPr txBox="1"/>
            <p:nvPr userDrawn="1"/>
          </p:nvSpPr>
          <p:spPr>
            <a:xfrm>
              <a:off x="45342600" y="28154090"/>
              <a:ext cx="8671186" cy="126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solidFill>
                    <a:schemeClr val="tx2"/>
                  </a:solidFill>
                  <a:latin typeface="Trebuchet MS" pitchFamily="34" charset="0"/>
                </a:rPr>
                <a:t>Student</a:t>
              </a:r>
              <a: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  <a:t> discounts are available on our </a:t>
              </a:r>
              <a:r>
                <a:rPr lang="en-US" sz="1900" baseline="0" dirty="0" err="1">
                  <a:solidFill>
                    <a:schemeClr val="tx2"/>
                  </a:solidFill>
                  <a:latin typeface="Trebuchet MS" pitchFamily="34" charset="0"/>
                </a:rPr>
                <a:t>Facebook</a:t>
              </a:r>
              <a: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  <a:t> page.</a:t>
              </a:r>
              <a:b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</a:br>
              <a: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  <a:t>Go to </a:t>
              </a:r>
              <a:r>
                <a:rPr lang="en-US" sz="1900" u="sng" baseline="0" dirty="0">
                  <a:solidFill>
                    <a:schemeClr val="tx2"/>
                  </a:solidFill>
                  <a:latin typeface="Trebuchet MS" pitchFamily="34" charset="0"/>
                </a:rPr>
                <a:t>PosterPresentations.com</a:t>
              </a:r>
              <a:r>
                <a:rPr lang="en-US" sz="1900" baseline="0" dirty="0">
                  <a:solidFill>
                    <a:schemeClr val="tx2"/>
                  </a:solidFill>
                  <a:latin typeface="Trebuchet MS" pitchFamily="34" charset="0"/>
                </a:rPr>
                <a:t> and click on the FB icon. </a:t>
              </a:r>
              <a:endParaRPr lang="en-US" sz="1900" dirty="0">
                <a:solidFill>
                  <a:schemeClr val="tx2"/>
                </a:solidFill>
                <a:latin typeface="Trebuchet MS" pitchFamily="34" charset="0"/>
              </a:endParaRPr>
            </a:p>
          </p:txBody>
        </p:sp>
      </p:grpSp>
      <p:cxnSp>
        <p:nvCxnSpPr>
          <p:cNvPr id="36" name="Straight Connector 35"/>
          <p:cNvCxnSpPr/>
          <p:nvPr/>
        </p:nvCxnSpPr>
        <p:spPr>
          <a:xfrm>
            <a:off x="22111064" y="30500135"/>
            <a:ext cx="5025230" cy="15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-5185244" y="11582401"/>
            <a:ext cx="5009281" cy="16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22127013" y="4841859"/>
            <a:ext cx="5009281" cy="16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87" r:id="rId2"/>
  </p:sldLayoutIdLst>
  <p:txStyles>
    <p:titleStyle>
      <a:lvl1pPr algn="ctr" defTabSz="3134552" rtl="0" eaLnBrk="1" latinLnBrk="0" hangingPunct="1">
        <a:spcBef>
          <a:spcPct val="0"/>
        </a:spcBef>
        <a:buNone/>
        <a:defRPr sz="63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</p:titleStyle>
    <p:bodyStyle>
      <a:lvl1pPr marL="1175457" indent="-1175457" algn="l" defTabSz="3134552" rtl="0" eaLnBrk="1" latinLnBrk="0" hangingPunct="1">
        <a:spcBef>
          <a:spcPct val="20000"/>
        </a:spcBef>
        <a:buFont typeface="Arial" pitchFamily="34" charset="0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46824" indent="-979547" algn="l" defTabSz="3134552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3918191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3pPr>
      <a:lvl4pPr marL="5485468" indent="-783639" algn="l" defTabSz="3134552" rtl="0" eaLnBrk="1" latinLnBrk="0" hangingPunct="1">
        <a:spcBef>
          <a:spcPct val="20000"/>
        </a:spcBef>
        <a:buFont typeface="Arial" pitchFamily="34" charset="0"/>
        <a:buChar char="–"/>
        <a:defRPr sz="6900" kern="1200">
          <a:solidFill>
            <a:schemeClr val="tx1"/>
          </a:solidFill>
          <a:latin typeface="+mn-lt"/>
          <a:ea typeface="+mn-ea"/>
          <a:cs typeface="+mn-cs"/>
        </a:defRPr>
      </a:lvl4pPr>
      <a:lvl5pPr marL="7052744" indent="-783639" algn="l" defTabSz="3134552" rtl="0" eaLnBrk="1" latinLnBrk="0" hangingPunct="1">
        <a:spcBef>
          <a:spcPct val="20000"/>
        </a:spcBef>
        <a:buFont typeface="Arial" pitchFamily="34" charset="0"/>
        <a:buChar char="»"/>
        <a:defRPr sz="6900" kern="1200">
          <a:solidFill>
            <a:schemeClr val="tx1"/>
          </a:solidFill>
          <a:latin typeface="+mn-lt"/>
          <a:ea typeface="+mn-ea"/>
          <a:cs typeface="+mn-cs"/>
        </a:defRPr>
      </a:lvl5pPr>
      <a:lvl6pPr marL="8620020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6pPr>
      <a:lvl7pPr marL="10187296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7pPr>
      <a:lvl8pPr marL="11754573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8pPr>
      <a:lvl9pPr marL="13321849" indent="-783639" algn="l" defTabSz="3134552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567277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2pPr>
      <a:lvl3pPr marL="3134552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3pPr>
      <a:lvl4pPr marL="4701829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4pPr>
      <a:lvl5pPr marL="6269105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5pPr>
      <a:lvl6pPr marL="7836382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6pPr>
      <a:lvl7pPr marL="9403659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7pPr>
      <a:lvl8pPr marL="10970935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8pPr>
      <a:lvl9pPr marL="12538212" algn="l" defTabSz="3134552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26"/>
          <p:cNvSpPr>
            <a:spLocks noChangeArrowheads="1"/>
          </p:cNvSpPr>
          <p:nvPr/>
        </p:nvSpPr>
        <p:spPr bwMode="auto">
          <a:xfrm>
            <a:off x="0" y="3049588"/>
            <a:ext cx="21948775" cy="315912"/>
          </a:xfrm>
          <a:prstGeom prst="rect">
            <a:avLst/>
          </a:prstGeom>
          <a:solidFill>
            <a:srgbClr val="7030A0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none" lIns="59119" tIns="29559" rIns="59119" bIns="29559" anchor="ctr"/>
          <a:lstStyle/>
          <a:p>
            <a:pPr algn="ctr" defTabSz="590550" eaLnBrk="0" hangingPunct="0"/>
            <a:endParaRPr lang="en-US" altLang="zh-CN" sz="1500">
              <a:solidFill>
                <a:schemeClr val="hlink"/>
              </a:solidFill>
            </a:endParaRPr>
          </a:p>
        </p:txBody>
      </p:sp>
      <p:sp>
        <p:nvSpPr>
          <p:cNvPr id="154" name="Text Box 17"/>
          <p:cNvSpPr txBox="1">
            <a:spLocks noChangeArrowheads="1"/>
          </p:cNvSpPr>
          <p:nvPr/>
        </p:nvSpPr>
        <p:spPr bwMode="auto">
          <a:xfrm>
            <a:off x="0" y="0"/>
            <a:ext cx="21948775" cy="3049588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25400">
            <a:solidFill>
              <a:srgbClr val="7030A0"/>
            </a:solidFill>
            <a:miter lim="800000"/>
            <a:headEnd/>
            <a:tailEnd/>
          </a:ln>
        </p:spPr>
        <p:txBody>
          <a:bodyPr lIns="698256" tIns="698256" rIns="698256" bIns="465504"/>
          <a:lstStyle/>
          <a:p>
            <a:pPr algn="ctr" defTabSz="590550" eaLnBrk="0" hangingPunct="0"/>
            <a:endParaRPr lang="en-US" altLang="zh-CN" sz="7100" b="1" dirty="0">
              <a:latin typeface="Arial" charset="0"/>
            </a:endParaRPr>
          </a:p>
        </p:txBody>
      </p:sp>
      <p:sp>
        <p:nvSpPr>
          <p:cNvPr id="155" name="Text Box 103"/>
          <p:cNvSpPr txBox="1">
            <a:spLocks noChangeArrowheads="1"/>
          </p:cNvSpPr>
          <p:nvPr/>
        </p:nvSpPr>
        <p:spPr bwMode="auto">
          <a:xfrm>
            <a:off x="0" y="3344863"/>
            <a:ext cx="21948775" cy="1609725"/>
          </a:xfrm>
          <a:prstGeom prst="rect">
            <a:avLst/>
          </a:prstGeom>
          <a:solidFill>
            <a:srgbClr val="FF0101"/>
          </a:solidFill>
          <a:ln w="9525">
            <a:noFill/>
            <a:miter lim="800000"/>
            <a:headEnd/>
            <a:tailEnd/>
          </a:ln>
        </p:spPr>
        <p:txBody>
          <a:bodyPr lIns="266688" tIns="266688" rIns="266688" bIns="266688"/>
          <a:lstStyle/>
          <a:p>
            <a:pPr algn="ctr" defTabSz="676275" eaLnBrk="0" hangingPunct="0">
              <a:spcBef>
                <a:spcPct val="20000"/>
              </a:spcBef>
            </a:pPr>
            <a:r>
              <a:rPr lang="en-US" altLang="zh-CN" sz="3000" b="1" dirty="0">
                <a:solidFill>
                  <a:schemeClr val="bg1"/>
                </a:solidFill>
                <a:cs typeface="Times New Roman" pitchFamily="18" charset="0"/>
              </a:rPr>
              <a:t>Professor- Nima Al-</a:t>
            </a:r>
            <a:r>
              <a:rPr lang="en-US" altLang="zh-CN" sz="3000" b="1" dirty="0" err="1">
                <a:solidFill>
                  <a:schemeClr val="bg1"/>
                </a:solidFill>
                <a:cs typeface="Times New Roman" pitchFamily="18" charset="0"/>
              </a:rPr>
              <a:t>mohmadi</a:t>
            </a:r>
            <a:endParaRPr lang="en-US" altLang="zh-CN" sz="3000" b="1" dirty="0">
              <a:solidFill>
                <a:schemeClr val="bg1"/>
              </a:solidFill>
              <a:cs typeface="Times New Roman" pitchFamily="18" charset="0"/>
            </a:endParaRPr>
          </a:p>
          <a:p>
            <a:pPr algn="ctr" defTabSz="676275" eaLnBrk="0" hangingPunct="0">
              <a:spcBef>
                <a:spcPct val="20000"/>
              </a:spcBef>
            </a:pPr>
            <a:r>
              <a:rPr lang="en-US" altLang="zh-CN" sz="3000" b="1" dirty="0">
                <a:solidFill>
                  <a:schemeClr val="bg1"/>
                </a:solidFill>
                <a:cs typeface="Times New Roman" pitchFamily="18" charset="0"/>
              </a:rPr>
              <a:t>By:-Manav Parikh , Dev Patel , Aryan Prajapati</a:t>
            </a:r>
            <a:endParaRPr lang="en-GB" altLang="zh-CN" sz="3000" b="1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56" name="Text Box 126"/>
          <p:cNvSpPr txBox="1">
            <a:spLocks noChangeArrowheads="1"/>
          </p:cNvSpPr>
          <p:nvPr/>
        </p:nvSpPr>
        <p:spPr bwMode="auto">
          <a:xfrm>
            <a:off x="4696619" y="1029418"/>
            <a:ext cx="12630150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6000" b="1" cap="small" dirty="0">
                <a:latin typeface="MS Mincho" panose="02020609040205080304" pitchFamily="49" charset="-128"/>
                <a:ea typeface="MS Mincho" panose="02020609040205080304" pitchFamily="49" charset="-128"/>
              </a:rPr>
              <a:t>IOT HOUSEHOLD AUTOMATION</a:t>
            </a:r>
          </a:p>
        </p:txBody>
      </p:sp>
      <p:sp>
        <p:nvSpPr>
          <p:cNvPr id="159" name="Rectangle 33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0" name="Rectangle 35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1" name="Rectangle 294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57200" y="5257804"/>
            <a:ext cx="6793706" cy="685881"/>
          </a:xfrm>
          <a:solidFill>
            <a:srgbClr val="7030A0"/>
          </a:solidFill>
        </p:spPr>
        <p:txBody>
          <a:bodyPr/>
          <a:lstStyle/>
          <a:p>
            <a:r>
              <a:rPr lang="en-US" sz="3600" cap="small" dirty="0">
                <a:latin typeface="+mj-lt"/>
              </a:rPr>
              <a:t>Motivations</a:t>
            </a:r>
          </a:p>
        </p:txBody>
      </p:sp>
      <p:sp>
        <p:nvSpPr>
          <p:cNvPr id="164" name="Text Placeholder 9"/>
          <p:cNvSpPr>
            <a:spLocks noGrp="1"/>
          </p:cNvSpPr>
          <p:nvPr>
            <p:ph type="body" sz="quarter" idx="21"/>
          </p:nvPr>
        </p:nvSpPr>
        <p:spPr>
          <a:xfrm>
            <a:off x="506730" y="5971758"/>
            <a:ext cx="6736557" cy="11563549"/>
          </a:xfrm>
        </p:spPr>
        <p:txBody>
          <a:bodyPr/>
          <a:lstStyle/>
          <a:p>
            <a:pPr marL="182880" indent="-365760">
              <a:spcBef>
                <a:spcPts val="300"/>
              </a:spcBef>
              <a:buFont typeface="Wingdings" pitchFamily="2" charset="2"/>
              <a:buChar char="Ø"/>
            </a:pPr>
            <a:r>
              <a:rPr lang="en-CA" sz="2600" b="1" dirty="0"/>
              <a:t>Background:</a:t>
            </a:r>
          </a:p>
          <a:p>
            <a:pPr marL="457200" indent="-274320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Traditional home automation systems require complex wiring and expensive centralized hubs Limited remote monitoring capabilities for temperature and humidity Lack of cost-effective solutions for smart appliance control Security concerns with cloud-dependent systems</a:t>
            </a:r>
          </a:p>
          <a:p>
            <a:pPr marL="457200" indent="-274320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  Issues caused by traditional systems</a:t>
            </a:r>
          </a:p>
          <a:p>
            <a:pPr marL="52578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sz="2400" dirty="0"/>
              <a:t>High installation costs due to proprietary </a:t>
            </a:r>
            <a:r>
              <a:rPr lang="en-US" sz="2400" dirty="0" err="1"/>
              <a:t>protocolsDependence</a:t>
            </a:r>
            <a:r>
              <a:rPr lang="en-US" sz="2400" dirty="0"/>
              <a:t> on internet connectivity for basic </a:t>
            </a:r>
            <a:r>
              <a:rPr lang="en-US" sz="2400" dirty="0" err="1"/>
              <a:t>operationsLimited</a:t>
            </a:r>
            <a:r>
              <a:rPr lang="en-US" sz="2400" dirty="0"/>
              <a:t> scalability and </a:t>
            </a:r>
            <a:r>
              <a:rPr lang="en-US" sz="2400" dirty="0" err="1"/>
              <a:t>flexibilityComplex</a:t>
            </a:r>
            <a:r>
              <a:rPr lang="en-US" sz="2400" dirty="0"/>
              <a:t> user interfaces requiring technical knowledge</a:t>
            </a:r>
          </a:p>
          <a:p>
            <a:pPr marL="52578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sz="2400" dirty="0"/>
              <a:t> A commonly-used </a:t>
            </a:r>
            <a:r>
              <a:rPr lang="en-US" sz="2400" dirty="0" err="1"/>
              <a:t>solution:limitations</a:t>
            </a:r>
            <a:endParaRPr lang="en-US" sz="2400" dirty="0"/>
          </a:p>
          <a:p>
            <a:pPr marL="182880">
              <a:spcBef>
                <a:spcPts val="1200"/>
              </a:spcBef>
            </a:pPr>
            <a:r>
              <a:rPr lang="en-US" sz="2400" dirty="0"/>
              <a:t>  Commercial smart home systems are          </a:t>
            </a:r>
            <a:r>
              <a:rPr lang="en-US" sz="2400" dirty="0" err="1"/>
              <a:t>expensiveVendor</a:t>
            </a:r>
            <a:r>
              <a:rPr lang="en-US" sz="2400" dirty="0"/>
              <a:t> lock-in with proprietary           </a:t>
            </a:r>
            <a:r>
              <a:rPr lang="en-US" sz="2400" dirty="0" err="1"/>
              <a:t>ecosystemsPrivacy</a:t>
            </a:r>
            <a:r>
              <a:rPr lang="en-US" sz="2400" dirty="0"/>
              <a:t> concerns with cloud data </a:t>
            </a:r>
            <a:r>
              <a:rPr lang="en-US" sz="2400" dirty="0" err="1"/>
              <a:t>storageLimited</a:t>
            </a:r>
            <a:r>
              <a:rPr lang="en-US" sz="2400" dirty="0"/>
              <a:t> customization options</a:t>
            </a:r>
          </a:p>
          <a:p>
            <a:pPr marL="182880">
              <a:spcBef>
                <a:spcPts val="1200"/>
              </a:spcBef>
            </a:pPr>
            <a:endParaRPr lang="en-US" sz="2400" dirty="0"/>
          </a:p>
          <a:p>
            <a:pPr marL="182880" indent="-365760">
              <a:spcBef>
                <a:spcPts val="1200"/>
              </a:spcBef>
              <a:buFont typeface="Wingdings" pitchFamily="2" charset="2"/>
              <a:buChar char="Ø"/>
            </a:pPr>
            <a:r>
              <a:rPr lang="en-CA" sz="2400" b="1" dirty="0"/>
              <a:t>Motivations:</a:t>
            </a:r>
            <a:endParaRPr lang="en-US" sz="2400" b="1" dirty="0"/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CA" sz="2400" dirty="0"/>
              <a:t>    Develop an affordable, open-source IoT    </a:t>
            </a:r>
            <a:r>
              <a:rPr lang="en-CA" sz="2400" dirty="0" err="1"/>
              <a:t>solutionEnable</a:t>
            </a:r>
            <a:r>
              <a:rPr lang="en-CA" sz="2400" dirty="0"/>
              <a:t> real-time environmental </a:t>
            </a:r>
            <a:r>
              <a:rPr lang="en-CA" sz="2400" dirty="0" err="1"/>
              <a:t>monitoringProvide</a:t>
            </a:r>
            <a:r>
              <a:rPr lang="en-CA" sz="2400" dirty="0"/>
              <a:t> secure MQTT-based </a:t>
            </a:r>
            <a:r>
              <a:rPr lang="en-CA" sz="2400" dirty="0" err="1"/>
              <a:t>communicationCreate</a:t>
            </a:r>
            <a:r>
              <a:rPr lang="en-CA" sz="2400" dirty="0"/>
              <a:t> user-friendly mobile control interface</a:t>
            </a:r>
          </a:p>
        </p:txBody>
      </p:sp>
      <p:sp>
        <p:nvSpPr>
          <p:cNvPr id="1076" name="Rectangle 52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78" name="Rectangle 54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81" name="Rectangle 57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83" name="Rectangle 59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85" name="Rectangle 61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2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97969" y="18361626"/>
            <a:ext cx="6793706" cy="685881"/>
          </a:xfrm>
          <a:solidFill>
            <a:srgbClr val="7030A0"/>
          </a:solidFill>
        </p:spPr>
        <p:txBody>
          <a:bodyPr/>
          <a:lstStyle/>
          <a:p>
            <a:r>
              <a:rPr lang="en-US" sz="3600" cap="small" dirty="0">
                <a:latin typeface="+mj-lt"/>
              </a:rPr>
              <a:t>Proposed Structure &amp; Analysis</a:t>
            </a:r>
          </a:p>
        </p:txBody>
      </p:sp>
      <p:sp>
        <p:nvSpPr>
          <p:cNvPr id="1087" name="Rectangle 63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89" name="Rectangle 65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91" name="Rectangle 67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93" name="Rectangle 69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95" name="Rectangle 71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97" name="Rectangle 73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00" name="Rectangle 76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575550" y="5260126"/>
            <a:ext cx="6793706" cy="685881"/>
          </a:xfrm>
          <a:solidFill>
            <a:srgbClr val="7030A0"/>
          </a:solidFill>
        </p:spPr>
        <p:txBody>
          <a:bodyPr/>
          <a:lstStyle/>
          <a:p>
            <a:r>
              <a:rPr lang="en-US" sz="3600" cap="small" dirty="0">
                <a:latin typeface="+mj-lt"/>
              </a:rPr>
              <a:t>Design Integration</a:t>
            </a:r>
          </a:p>
        </p:txBody>
      </p:sp>
      <p:sp>
        <p:nvSpPr>
          <p:cNvPr id="1104" name="Rectangle 80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06" name="Rectangle 82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09" name="Rectangle 85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9" name="Text Placeholder 9"/>
          <p:cNvSpPr>
            <a:spLocks noGrp="1"/>
          </p:cNvSpPr>
          <p:nvPr>
            <p:ph type="body" sz="quarter" idx="21"/>
          </p:nvPr>
        </p:nvSpPr>
        <p:spPr>
          <a:xfrm>
            <a:off x="7626985" y="5968365"/>
            <a:ext cx="6736557" cy="2768834"/>
          </a:xfrm>
        </p:spPr>
        <p:txBody>
          <a:bodyPr/>
          <a:lstStyle/>
          <a:p>
            <a:pPr marL="182880" indent="-365760">
              <a:spcBef>
                <a:spcPts val="300"/>
              </a:spcBef>
              <a:buFont typeface="Wingdings" pitchFamily="2" charset="2"/>
              <a:buChar char="Ø"/>
            </a:pPr>
            <a:r>
              <a:rPr lang="en-CA" sz="2600" b="1" dirty="0"/>
              <a:t>Optimization:</a:t>
            </a:r>
          </a:p>
          <a:p>
            <a:pPr marL="457200" indent="-4572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Microcontroller Selection:ESP32 chosen for built-in </a:t>
            </a:r>
            <a:r>
              <a:rPr lang="en-US" sz="2600" dirty="0" err="1"/>
              <a:t>WiFi</a:t>
            </a:r>
            <a:r>
              <a:rPr lang="en-US" sz="2600" dirty="0"/>
              <a:t> and dual-core </a:t>
            </a:r>
            <a:r>
              <a:rPr lang="en-US" sz="2600" dirty="0" err="1"/>
              <a:t>processingLow</a:t>
            </a:r>
            <a:r>
              <a:rPr lang="en-US" sz="2600" dirty="0"/>
              <a:t> power consumption (&lt; 100mA active mode)Cost-effective solution (~$5 per unit)</a:t>
            </a:r>
            <a:endParaRPr lang="en-CA" sz="2600" dirty="0"/>
          </a:p>
        </p:txBody>
      </p:sp>
      <p:sp>
        <p:nvSpPr>
          <p:cNvPr id="60" name="Text Placeholder 9"/>
          <p:cNvSpPr>
            <a:spLocks noGrp="1"/>
          </p:cNvSpPr>
          <p:nvPr>
            <p:ph type="body" sz="quarter" idx="21"/>
          </p:nvPr>
        </p:nvSpPr>
        <p:spPr>
          <a:xfrm>
            <a:off x="7535625" y="8820197"/>
            <a:ext cx="6736557" cy="3838357"/>
          </a:xfrm>
        </p:spPr>
        <p:txBody>
          <a:bodyPr/>
          <a:lstStyle/>
          <a:p>
            <a:pPr marL="525780" indent="-3429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CA" sz="2200" b="1" dirty="0"/>
              <a:t>Sensor Integration</a:t>
            </a:r>
          </a:p>
          <a:p>
            <a:pPr marL="182880">
              <a:spcBef>
                <a:spcPts val="1200"/>
              </a:spcBef>
            </a:pPr>
            <a:r>
              <a:rPr lang="en-CA" sz="2200" dirty="0"/>
              <a:t>DHT22 for accurate temperature (±0.5°C) and humidity (±2% RH) monitoring5V relay module for safe appliance switching</a:t>
            </a:r>
          </a:p>
          <a:p>
            <a:pPr marL="525780" indent="-3429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CA" sz="2200" b="1" dirty="0"/>
              <a:t>Communication Protocol</a:t>
            </a:r>
          </a:p>
          <a:p>
            <a:pPr marL="182880">
              <a:spcBef>
                <a:spcPts val="1200"/>
              </a:spcBef>
            </a:pPr>
            <a:r>
              <a:rPr lang="en-CA" sz="2200" dirty="0"/>
              <a:t>  MQTT ensures lightweight, efficient data    </a:t>
            </a:r>
            <a:r>
              <a:rPr lang="en-CA" sz="2200" dirty="0" err="1"/>
              <a:t>transmissionQoS</a:t>
            </a:r>
            <a:r>
              <a:rPr lang="en-CA" sz="2200" dirty="0"/>
              <a:t> levels guarantee message </a:t>
            </a:r>
            <a:r>
              <a:rPr lang="en-CA" sz="2200" dirty="0" err="1"/>
              <a:t>deliveryHiveMQ</a:t>
            </a:r>
            <a:r>
              <a:rPr lang="en-CA" sz="2200" dirty="0"/>
              <a:t> broker provides reliable cloud connectivity</a:t>
            </a:r>
          </a:p>
        </p:txBody>
      </p:sp>
      <p:sp>
        <p:nvSpPr>
          <p:cNvPr id="1111" name="Rectangle 87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3" name="Text Placeholder 9"/>
          <p:cNvSpPr>
            <a:spLocks noGrp="1"/>
          </p:cNvSpPr>
          <p:nvPr>
            <p:ph type="body" sz="quarter" idx="21"/>
          </p:nvPr>
        </p:nvSpPr>
        <p:spPr>
          <a:xfrm>
            <a:off x="7659569" y="12859763"/>
            <a:ext cx="6736557" cy="3692164"/>
          </a:xfrm>
        </p:spPr>
        <p:txBody>
          <a:bodyPr/>
          <a:lstStyle/>
          <a:p>
            <a:pPr marL="182880" indent="-365760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2400" b="1" dirty="0"/>
              <a:t>Comparison to Traditional Solutions:</a:t>
            </a:r>
          </a:p>
          <a:p>
            <a:pPr>
              <a:spcBef>
                <a:spcPts val="300"/>
              </a:spcBef>
            </a:pPr>
            <a:r>
              <a:rPr lang="en-US" sz="2400" dirty="0"/>
              <a:t>45% cost reduction compared to commercial </a:t>
            </a:r>
            <a:r>
              <a:rPr lang="en-US" sz="2400" dirty="0" err="1"/>
              <a:t>systemsReal</a:t>
            </a:r>
            <a:r>
              <a:rPr lang="en-US" sz="2400" dirty="0"/>
              <a:t>-time response (&lt; 500ms) vs delayed cloud processing Local control capability maintains functionality without internet Open-source flexibility allows custom feature additions60% lower power consumption compared to always-on hub systems </a:t>
            </a:r>
          </a:p>
        </p:txBody>
      </p:sp>
      <p:sp>
        <p:nvSpPr>
          <p:cNvPr id="1113" name="Rectangle 89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575550" y="17240749"/>
            <a:ext cx="6793706" cy="685881"/>
          </a:xfrm>
          <a:solidFill>
            <a:srgbClr val="7030A0"/>
          </a:solidFill>
        </p:spPr>
        <p:txBody>
          <a:bodyPr/>
          <a:lstStyle/>
          <a:p>
            <a:r>
              <a:rPr lang="en-US" sz="3600" cap="small" dirty="0">
                <a:latin typeface="+mj-lt"/>
              </a:rPr>
              <a:t>Hardware Flow Diagram</a:t>
            </a:r>
          </a:p>
        </p:txBody>
      </p:sp>
      <p:sp>
        <p:nvSpPr>
          <p:cNvPr id="1115" name="Rectangle 91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17" name="Rectangle 93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19" name="Rectangle 95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22" name="Rectangle 98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26" name="Rectangle 102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28" name="Rectangle 104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30" name="Rectangle 106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" name="Text Placeholder 9"/>
          <p:cNvSpPr>
            <a:spLocks noGrp="1"/>
          </p:cNvSpPr>
          <p:nvPr>
            <p:ph type="body" sz="quarter" idx="21"/>
          </p:nvPr>
        </p:nvSpPr>
        <p:spPr>
          <a:xfrm>
            <a:off x="656296" y="19169367"/>
            <a:ext cx="6437424" cy="8201090"/>
          </a:xfrm>
        </p:spPr>
        <p:txBody>
          <a:bodyPr/>
          <a:lstStyle/>
          <a:p>
            <a:pPr marL="342900" indent="-342900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2200" b="1" dirty="0"/>
              <a:t>ESP32 Core Module:</a:t>
            </a:r>
          </a:p>
          <a:p>
            <a:pPr>
              <a:spcBef>
                <a:spcPts val="300"/>
              </a:spcBef>
            </a:pPr>
            <a:r>
              <a:rPr lang="en-US" sz="2200" dirty="0"/>
              <a:t>Handles sensor data </a:t>
            </a:r>
            <a:r>
              <a:rPr lang="en-US" sz="2200" dirty="0" err="1"/>
              <a:t>acquisitionManages</a:t>
            </a:r>
            <a:r>
              <a:rPr lang="en-US" sz="2200" dirty="0"/>
              <a:t> MQTT </a:t>
            </a:r>
            <a:r>
              <a:rPr lang="en-US" sz="2200" dirty="0" err="1"/>
              <a:t>communicationControls</a:t>
            </a:r>
            <a:r>
              <a:rPr lang="en-US" sz="2200" dirty="0"/>
              <a:t> relay switching </a:t>
            </a:r>
            <a:r>
              <a:rPr lang="en-US" sz="2200" dirty="0" err="1"/>
              <a:t>logicProcesses</a:t>
            </a:r>
            <a:r>
              <a:rPr lang="en-US" sz="2200" dirty="0"/>
              <a:t> mobile app commands</a:t>
            </a:r>
          </a:p>
          <a:p>
            <a:pPr>
              <a:spcBef>
                <a:spcPts val="300"/>
              </a:spcBef>
            </a:pPr>
            <a:endParaRPr lang="en-US" sz="2200" dirty="0"/>
          </a:p>
          <a:p>
            <a:pPr marL="342900" indent="-342900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2200" dirty="0"/>
              <a:t>Sensor Subsystem:DHT22 provides environmental data every 2 </a:t>
            </a:r>
            <a:r>
              <a:rPr lang="en-US" sz="2200" dirty="0" err="1"/>
              <a:t>secondsData</a:t>
            </a:r>
            <a:r>
              <a:rPr lang="en-US" sz="2200" dirty="0"/>
              <a:t> validated before </a:t>
            </a:r>
            <a:r>
              <a:rPr lang="en-US" sz="2200" dirty="0" err="1"/>
              <a:t>transmissionError</a:t>
            </a:r>
            <a:r>
              <a:rPr lang="en-US" sz="2200" dirty="0"/>
              <a:t> handling for sensor failures</a:t>
            </a:r>
          </a:p>
          <a:p>
            <a:pPr>
              <a:spcBef>
                <a:spcPts val="300"/>
              </a:spcBef>
            </a:pPr>
            <a:endParaRPr lang="en-US" sz="2200" dirty="0"/>
          </a:p>
          <a:p>
            <a:pPr marL="342900" indent="-342900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2200" dirty="0"/>
              <a:t>Relay Control:</a:t>
            </a:r>
          </a:p>
          <a:p>
            <a:pPr>
              <a:spcBef>
                <a:spcPts val="300"/>
              </a:spcBef>
            </a:pPr>
            <a:endParaRPr lang="en-US" sz="2200" dirty="0"/>
          </a:p>
          <a:p>
            <a:pPr marL="342900" indent="-342900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sz="2200" dirty="0"/>
              <a:t>Isolated switching for appliance </a:t>
            </a:r>
            <a:r>
              <a:rPr lang="en-US" sz="2200" dirty="0" err="1"/>
              <a:t>safetySupports</a:t>
            </a:r>
            <a:r>
              <a:rPr lang="en-US" sz="2200" dirty="0"/>
              <a:t> loads up to 10A @ 250VACLED indicators for visual status feedback</a:t>
            </a:r>
          </a:p>
          <a:p>
            <a:pPr>
              <a:spcBef>
                <a:spcPts val="300"/>
              </a:spcBef>
            </a:pPr>
            <a:endParaRPr lang="en-US" sz="2200" dirty="0"/>
          </a:p>
          <a:p>
            <a:pPr marL="342900" indent="-342900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2200" dirty="0"/>
              <a:t>Communication Flow:</a:t>
            </a:r>
          </a:p>
          <a:p>
            <a:pPr>
              <a:spcBef>
                <a:spcPts val="300"/>
              </a:spcBef>
            </a:pPr>
            <a:endParaRPr lang="en-US" sz="2200" dirty="0"/>
          </a:p>
          <a:p>
            <a:pPr marL="342900" indent="-342900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sz="2200" dirty="0"/>
              <a:t>ESP32 reads sensor </a:t>
            </a:r>
            <a:r>
              <a:rPr lang="en-US" sz="2200" dirty="0" err="1"/>
              <a:t>dataPublishes</a:t>
            </a:r>
            <a:r>
              <a:rPr lang="en-US" sz="2200" dirty="0"/>
              <a:t> to MQTT broker (</a:t>
            </a:r>
            <a:r>
              <a:rPr lang="en-US" sz="2200" dirty="0" err="1"/>
              <a:t>HiveMQ</a:t>
            </a:r>
            <a:r>
              <a:rPr lang="en-US" sz="2200" dirty="0"/>
              <a:t>)Android app subscribes to </a:t>
            </a:r>
            <a:r>
              <a:rPr lang="en-US" sz="2200" dirty="0" err="1"/>
              <a:t>topicsUser</a:t>
            </a:r>
            <a:r>
              <a:rPr lang="en-US" sz="2200" dirty="0"/>
              <a:t> commands published back to ESP32Relay states updated accordingly</a:t>
            </a:r>
          </a:p>
        </p:txBody>
      </p:sp>
      <p:sp>
        <p:nvSpPr>
          <p:cNvPr id="99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91519" y="5266476"/>
            <a:ext cx="6793706" cy="685881"/>
          </a:xfrm>
          <a:solidFill>
            <a:srgbClr val="7030A0"/>
          </a:solidFill>
        </p:spPr>
        <p:txBody>
          <a:bodyPr/>
          <a:lstStyle/>
          <a:p>
            <a:r>
              <a:rPr lang="en-US" sz="3600" cap="small" dirty="0">
                <a:latin typeface="+mj-lt"/>
              </a:rPr>
              <a:t>Experiment parameters and results</a:t>
            </a:r>
          </a:p>
        </p:txBody>
      </p:sp>
      <p:sp>
        <p:nvSpPr>
          <p:cNvPr id="101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91519" y="28219638"/>
            <a:ext cx="6793706" cy="685881"/>
          </a:xfrm>
          <a:solidFill>
            <a:srgbClr val="7030A0"/>
          </a:solidFill>
        </p:spPr>
        <p:txBody>
          <a:bodyPr/>
          <a:lstStyle/>
          <a:p>
            <a:r>
              <a:rPr lang="en-US" sz="3600" cap="small" dirty="0">
                <a:latin typeface="+mj-lt"/>
              </a:rPr>
              <a:t>Conclusions </a:t>
            </a:r>
          </a:p>
        </p:txBody>
      </p:sp>
      <p:sp>
        <p:nvSpPr>
          <p:cNvPr id="102" name="Text Placeholder 9"/>
          <p:cNvSpPr>
            <a:spLocks noGrp="1"/>
          </p:cNvSpPr>
          <p:nvPr>
            <p:ph type="body" sz="quarter" idx="21"/>
          </p:nvPr>
        </p:nvSpPr>
        <p:spPr>
          <a:xfrm>
            <a:off x="14748668" y="28924772"/>
            <a:ext cx="6736557" cy="2545696"/>
          </a:xfrm>
        </p:spPr>
        <p:txBody>
          <a:bodyPr/>
          <a:lstStyle/>
          <a:p>
            <a:pPr marL="182880" indent="-365760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2400" dirty="0"/>
              <a:t>Successfully developed a cost-effective IoT smart home solution Implemented reliable MQTT-based communication architecture Created intuitive Android mobile interface for user control Achieved real-time environmental monitoring with high accuracy</a:t>
            </a:r>
          </a:p>
        </p:txBody>
      </p:sp>
      <p:sp>
        <p:nvSpPr>
          <p:cNvPr id="115" name="Text Placeholder 9"/>
          <p:cNvSpPr>
            <a:spLocks noGrp="1"/>
          </p:cNvSpPr>
          <p:nvPr>
            <p:ph type="body" sz="quarter" idx="21"/>
          </p:nvPr>
        </p:nvSpPr>
        <p:spPr>
          <a:xfrm>
            <a:off x="14730978" y="5969355"/>
            <a:ext cx="6558325" cy="12186797"/>
          </a:xfrm>
        </p:spPr>
        <p:txBody>
          <a:bodyPr/>
          <a:lstStyle/>
          <a:p>
            <a:pPr marL="182880" indent="-365760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2600" b="1" dirty="0"/>
              <a:t>Prototype</a:t>
            </a:r>
          </a:p>
          <a:p>
            <a:pPr marL="457200" indent="-457200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sz="2600" dirty="0"/>
              <a:t>Breadboard implementation with ESP32 DevKitDHT22 sensor and relay module </a:t>
            </a:r>
            <a:r>
              <a:rPr lang="en-US" sz="2600" dirty="0" err="1"/>
              <a:t>integrationWokwi</a:t>
            </a:r>
            <a:r>
              <a:rPr lang="en-US" sz="2600" dirty="0"/>
              <a:t> simulation validated before hardware build</a:t>
            </a:r>
          </a:p>
          <a:p>
            <a:pPr marL="274320" indent="-457200">
              <a:spcBef>
                <a:spcPts val="300"/>
              </a:spcBef>
              <a:buFont typeface="Wingdings" panose="05000000000000000000" pitchFamily="2" charset="2"/>
              <a:buChar char="q"/>
            </a:pPr>
            <a:endParaRPr lang="en-US" sz="2600" dirty="0"/>
          </a:p>
          <a:p>
            <a:pPr marL="182880" indent="-365760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2600" b="1" dirty="0"/>
              <a:t>Testing Parameters:</a:t>
            </a:r>
          </a:p>
          <a:p>
            <a:pPr marL="457200" indent="-457200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sz="2600" dirty="0"/>
              <a:t>Temperature accuracy: ±0.5°C</a:t>
            </a:r>
          </a:p>
          <a:p>
            <a:pPr marL="457200" indent="-457200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sz="2600" dirty="0"/>
              <a:t>Humidity accuracy: ±2% </a:t>
            </a:r>
            <a:r>
              <a:rPr lang="en-US" sz="2600" dirty="0" err="1"/>
              <a:t>RHWiFi</a:t>
            </a:r>
            <a:r>
              <a:rPr lang="en-US" sz="2600" dirty="0"/>
              <a:t> connectivity range: 30+ </a:t>
            </a:r>
            <a:r>
              <a:rPr lang="en-US" sz="2600" dirty="0" err="1"/>
              <a:t>metersMQTT</a:t>
            </a:r>
            <a:r>
              <a:rPr lang="en-US" sz="2600" dirty="0"/>
              <a:t> response time: &lt; 500ms</a:t>
            </a:r>
          </a:p>
          <a:p>
            <a:pPr marL="457200" indent="-457200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sz="2600" dirty="0"/>
              <a:t>Relay switching time: &lt; 100ms </a:t>
            </a:r>
          </a:p>
          <a:p>
            <a:pPr>
              <a:spcBef>
                <a:spcPts val="300"/>
              </a:spcBef>
            </a:pPr>
            <a:endParaRPr lang="en-US" sz="2600" b="1" dirty="0"/>
          </a:p>
          <a:p>
            <a:pPr marL="457200" indent="-457200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2600" b="1" dirty="0"/>
              <a:t>Experimental Results:</a:t>
            </a:r>
          </a:p>
          <a:p>
            <a:pPr marL="457200" indent="-457200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sz="2600" dirty="0"/>
              <a:t>Temperature Monitoring: Consistent readings within specification</a:t>
            </a:r>
          </a:p>
          <a:p>
            <a:pPr marL="457200" indent="-457200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sz="2600" dirty="0"/>
              <a:t>Relay Control: 100% success rate over 1000+ switching cycles</a:t>
            </a:r>
          </a:p>
          <a:p>
            <a:pPr marL="457200" indent="-457200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sz="2600" dirty="0"/>
              <a:t>Network Stability: 99.8% uptime over 48-hour test period</a:t>
            </a:r>
          </a:p>
          <a:p>
            <a:pPr marL="457200" indent="-457200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sz="2600" dirty="0"/>
              <a:t>Mobile App Response: Average latency of 320ms</a:t>
            </a:r>
          </a:p>
          <a:p>
            <a:pPr marL="457200" indent="-457200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sz="2600" dirty="0"/>
              <a:t>Power Consumption: 85mA average (ESP32 + sensors)</a:t>
            </a:r>
          </a:p>
          <a:p>
            <a:pPr marL="457200" indent="-457200">
              <a:spcBef>
                <a:spcPts val="300"/>
              </a:spcBef>
              <a:buFont typeface="Wingdings" panose="05000000000000000000" pitchFamily="2" charset="2"/>
              <a:buChar char="q"/>
            </a:pPr>
            <a:endParaRPr lang="en-US" sz="2600" b="1" dirty="0"/>
          </a:p>
          <a:p>
            <a:pPr>
              <a:spcBef>
                <a:spcPts val="300"/>
              </a:spcBef>
            </a:pPr>
            <a:endParaRPr lang="en-US" sz="2600" b="1" dirty="0"/>
          </a:p>
          <a:p>
            <a:pPr>
              <a:spcBef>
                <a:spcPts val="300"/>
              </a:spcBef>
            </a:pPr>
            <a:endParaRPr lang="en-US" sz="2600" b="1" dirty="0"/>
          </a:p>
          <a:p>
            <a:pPr>
              <a:spcBef>
                <a:spcPts val="300"/>
              </a:spcBef>
            </a:pPr>
            <a:endParaRPr lang="en-US" sz="2600" b="1" dirty="0"/>
          </a:p>
        </p:txBody>
      </p:sp>
      <p:sp>
        <p:nvSpPr>
          <p:cNvPr id="1134" name="Rectangle 110"/>
          <p:cNvSpPr>
            <a:spLocks noChangeArrowheads="1"/>
          </p:cNvSpPr>
          <p:nvPr/>
        </p:nvSpPr>
        <p:spPr bwMode="auto">
          <a:xfrm>
            <a:off x="0" y="-515461"/>
            <a:ext cx="184731" cy="103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5" name="Content Placeholder 4">
            <a:extLst>
              <a:ext uri="{FF2B5EF4-FFF2-40B4-BE49-F238E27FC236}">
                <a16:creationId xmlns:a16="http://schemas.microsoft.com/office/drawing/2014/main" id="{FEBAB5BD-40D7-D967-DE4A-2D02DE347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5555" y="18602458"/>
            <a:ext cx="5874670" cy="5854644"/>
          </a:xfrm>
          <a:prstGeom prst="rect">
            <a:avLst/>
          </a:prstGeom>
        </p:spPr>
      </p:pic>
      <p:pic>
        <p:nvPicPr>
          <p:cNvPr id="74" name="Picture Placeholder 73">
            <a:extLst>
              <a:ext uri="{FF2B5EF4-FFF2-40B4-BE49-F238E27FC236}">
                <a16:creationId xmlns:a16="http://schemas.microsoft.com/office/drawing/2014/main" id="{BCEA7CFD-4A16-FA2B-02E8-FB72E3B36E91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17" r="14117"/>
          <a:stretch>
            <a:fillRect/>
          </a:stretch>
        </p:blipFill>
        <p:spPr>
          <a:xfrm>
            <a:off x="7514561" y="24800042"/>
            <a:ext cx="6915683" cy="7219294"/>
          </a:xfrm>
        </p:spPr>
      </p:pic>
      <p:sp>
        <p:nvSpPr>
          <p:cNvPr id="71" name="Text Placeholder 3">
            <a:extLst>
              <a:ext uri="{FF2B5EF4-FFF2-40B4-BE49-F238E27FC236}">
                <a16:creationId xmlns:a16="http://schemas.microsoft.com/office/drawing/2014/main" id="{7C20D099-5E4B-E0FF-6B5D-36032DB5501D}"/>
              </a:ext>
            </a:extLst>
          </p:cNvPr>
          <p:cNvSpPr txBox="1">
            <a:spLocks/>
          </p:cNvSpPr>
          <p:nvPr/>
        </p:nvSpPr>
        <p:spPr>
          <a:xfrm>
            <a:off x="7584130" y="24114161"/>
            <a:ext cx="6793706" cy="685881"/>
          </a:xfrm>
          <a:prstGeom prst="rect">
            <a:avLst/>
          </a:prstGeom>
          <a:solidFill>
            <a:srgbClr val="7030A0"/>
          </a:solidFill>
        </p:spPr>
        <p:txBody>
          <a:bodyPr lIns="65304" tIns="65304" rIns="65304" bIns="65304" anchor="ctr" anchorCtr="0">
            <a:spAutoFit/>
          </a:bodyPr>
          <a:lstStyle>
            <a:lvl1pPr marL="1175457" indent="-1175457" algn="ctr" defTabSz="3134552" rtl="0" eaLnBrk="1" latinLnBrk="0" hangingPunct="1">
              <a:spcBef>
                <a:spcPct val="20000"/>
              </a:spcBef>
              <a:buFont typeface="Arial" pitchFamily="34" charset="0"/>
              <a:buNone/>
              <a:defRPr sz="26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546824" indent="-979547" algn="l" defTabSz="313455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918191" indent="-783639" algn="l" defTabSz="31345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5468" indent="-783639" algn="l" defTabSz="313455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6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52744" indent="-783639" algn="l" defTabSz="313455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6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20020" indent="-783639" algn="l" defTabSz="31345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187296" indent="-783639" algn="l" defTabSz="31345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754573" indent="-783639" algn="l" defTabSz="31345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321849" indent="-783639" algn="l" defTabSz="31345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cap="small" dirty="0">
                <a:latin typeface="+mj-lt"/>
              </a:rPr>
              <a:t>Simulation</a:t>
            </a:r>
          </a:p>
        </p:txBody>
      </p: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DAE80F7A-6890-52FC-CB34-41C53E9869CD}"/>
              </a:ext>
            </a:extLst>
          </p:cNvPr>
          <p:cNvSpPr txBox="1">
            <a:spLocks/>
          </p:cNvSpPr>
          <p:nvPr/>
        </p:nvSpPr>
        <p:spPr>
          <a:xfrm>
            <a:off x="14748668" y="17189960"/>
            <a:ext cx="6793706" cy="685881"/>
          </a:xfrm>
          <a:prstGeom prst="rect">
            <a:avLst/>
          </a:prstGeom>
          <a:solidFill>
            <a:srgbClr val="7030A0"/>
          </a:solidFill>
        </p:spPr>
        <p:txBody>
          <a:bodyPr lIns="65304" tIns="65304" rIns="65304" bIns="65304" anchor="ctr" anchorCtr="0">
            <a:spAutoFit/>
          </a:bodyPr>
          <a:lstStyle>
            <a:lvl1pPr marL="1175457" indent="-1175457" algn="ctr" defTabSz="3134552" rtl="0" eaLnBrk="1" latinLnBrk="0" hangingPunct="1">
              <a:spcBef>
                <a:spcPct val="20000"/>
              </a:spcBef>
              <a:buFont typeface="Arial" pitchFamily="34" charset="0"/>
              <a:buNone/>
              <a:defRPr sz="26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546824" indent="-979547" algn="l" defTabSz="313455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918191" indent="-783639" algn="l" defTabSz="31345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5468" indent="-783639" algn="l" defTabSz="313455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6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52744" indent="-783639" algn="l" defTabSz="313455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6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20020" indent="-783639" algn="l" defTabSz="31345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187296" indent="-783639" algn="l" defTabSz="31345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754573" indent="-783639" algn="l" defTabSz="31345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321849" indent="-783639" algn="l" defTabSz="31345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cap="small" dirty="0">
                <a:latin typeface="+mj-lt"/>
              </a:rPr>
              <a:t>UI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B1264194-0AB3-9A1F-45C3-7A5A97FD7E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1248" y="17926629"/>
            <a:ext cx="5428998" cy="5074047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84AA92AD-2513-038C-12AC-CBDB8B55CF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2059" y="23000676"/>
            <a:ext cx="6793705" cy="5130190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2179F40D-D5FA-FEEE-EFDB-9CBDBD3504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95" y="953954"/>
            <a:ext cx="3631767" cy="1127100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5A329DA2-5E13-A2F7-9854-5D9F59FF5E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0141" y="136286"/>
            <a:ext cx="2929054" cy="30183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osterPresentations.com-36x48-Template-V2b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lassic 3 Columns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lassic - Wide Center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ight Highlight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PosterPresentations.com-36x48-Template-V2b</Template>
  <TotalTime>2350</TotalTime>
  <Words>459</Words>
  <Application>Microsoft Office PowerPoint</Application>
  <PresentationFormat>Custom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MS Mincho</vt:lpstr>
      <vt:lpstr>Arial</vt:lpstr>
      <vt:lpstr>Calibri</vt:lpstr>
      <vt:lpstr>Times New Roman</vt:lpstr>
      <vt:lpstr>Trebuchet MS</vt:lpstr>
      <vt:lpstr>Wingdings</vt:lpstr>
      <vt:lpstr>PosterPresentations.com-36x48-Template-V2b</vt:lpstr>
      <vt:lpstr>1_Classic 3 Columns</vt:lpstr>
      <vt:lpstr>Classic - Wide Center</vt:lpstr>
      <vt:lpstr>Right Highlight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PosterPresentations.com - 510.649.3001</dc:creator>
  <dc:description>This template is the property of PosterPresentations.com. Call us if you need help with this poster template._x000d_
1-866-649-3004           _x000d_
 (c)PosterPresentations.com</dc:description>
  <cp:lastModifiedBy>Manav Parikh</cp:lastModifiedBy>
  <cp:revision>149</cp:revision>
  <dcterms:created xsi:type="dcterms:W3CDTF">2011-04-21T17:08:10Z</dcterms:created>
  <dcterms:modified xsi:type="dcterms:W3CDTF">2025-12-04T04:55:43Z</dcterms:modified>
</cp:coreProperties>
</file>